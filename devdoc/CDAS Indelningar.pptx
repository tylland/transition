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F3E"/>
    <a:srgbClr val="8AE234"/>
    <a:srgbClr val="AD7FA8"/>
    <a:srgbClr val="FCE94F"/>
    <a:srgbClr val="75507B"/>
    <a:srgbClr val="729FCF"/>
    <a:srgbClr val="3465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59" d="100"/>
          <a:sy n="159" d="100"/>
        </p:scale>
        <p:origin x="228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30377CB-1ACB-4208-98DD-1EA736EB9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93D50352-1B25-4F88-BAF5-ABB44BFC13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97394D2-74F5-42CD-BA85-9A693C083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994ED2B7-DAF1-442A-B664-6057816FA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2C3E480F-BFFD-4C88-9260-60CE16A57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0172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07E86C1-9562-4020-9295-B9F3D84A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0B99CB6-EE87-49AE-8C72-54B1F24DF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4D37C21-3859-477A-9839-7C79E501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D8B95E0-152A-4628-88E6-FF58E222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519C45E-BCE2-463E-BE63-39A8F6CE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452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67D1FBBF-F519-4931-B533-45740F8E6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C5E722A-702A-4C55-9C40-C7614FB8B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E500CBF-EAFD-4DE2-B600-C7514C91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9293733-F43C-430D-A6B4-C8881986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8210A31A-46FC-407F-A03E-97972143F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87745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0447086-1554-4513-AE7B-F1AFB0457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175019A-7D98-4FA9-AF9C-4062BEABB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A7F9EB73-3C07-46D4-9428-F31AF1B0A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DFC25497-9123-4722-A0AB-91109B6F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BF75AD5-66B6-45B5-9F55-F3BEF16D8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69A9BFD8-7D4D-45E7-8FE4-809BC66C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887633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3B717B8-AB1E-4705-9B93-0AA531435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5794ABC-325D-4DD3-BDE7-215B0B088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0FCC3021-8785-470F-B27A-CF6F00543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B6296BD4-D035-47F9-80CE-01C394302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9DD55DC4-A5D5-492F-881F-18D86BC753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888129EF-A5E1-45E7-8205-6BB2024DB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6A1EFB18-2FA0-4370-B084-DF44B88BC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9364BACA-B692-4E0A-B16C-8BE5F9F50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7256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60FEECE-4E9C-47D7-94F0-D4D13FF6A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6D0458FB-0EE7-4473-8924-A1BE521C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9ED7B8C5-2C2B-4BD7-86D9-46252FBAB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6F1D27B2-405D-468C-9C0C-0711BF0C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2073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CF3DD469-17C0-4422-A8D5-D8524F3C8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2EE409B3-CF3E-425C-8B50-F3F25360B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448202E9-E391-4097-8F5F-CC102084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602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5FF767F-765D-4697-AFA8-1B8D19BEA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5BFA7AD-5778-48D4-9ED9-BD5D7FB94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48D4517-7003-4EA4-8AC5-9F20C7588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AF7AED4-70EF-40CA-B4E0-4E71BA92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53E60EE2-FB7C-4746-9F0E-A90C301B0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D076311B-E198-42D6-B83E-5FAA5AFE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3194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16A2BB0-CB9C-4280-997B-0BFD5B46E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D376CF23-F859-412B-B73C-69525F7FFF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BF1F888F-BDF2-44B0-9EC9-4F32D77C6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8D43E527-436F-4291-BD3C-BF34EAB3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D86818E-0F14-48D0-84E2-4711BD2CC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9F0F7E4F-765F-4514-9E87-318E67A4D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61370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F5F3E271-EFD9-4D96-93B1-008876736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C0EB3555-B731-4C99-ADA4-E97DC32C1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144389BF-7345-4F87-B07E-D66C64FBC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4E433561-EDB1-4D01-921A-FD2E62E7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7E60A240-9AE0-4087-8474-2B735B0F2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3692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1E9B5B06-D3AC-4F7A-BC8B-39E953160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EAC3C00E-E4EC-49E6-B946-2923C76E9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206357E0-EB0E-4CD2-8FB4-CF0F71400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4705745-92B7-49A1-BBFA-1CAE41066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3E955B18-71E9-4EB8-AF2E-46865250F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783850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930AEE60-F75E-4C08-A567-C39785425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B76B571E-790B-47DF-8CAB-0A60716A8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EF83C523-14BB-47F6-9AF7-8658490212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9CC25-F77F-4D9B-9179-DACD1214443A}" type="datetimeFigureOut">
              <a:rPr lang="sv-SE" smtClean="0"/>
              <a:t>2024-05-17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84E28B9D-D88C-4B99-8989-40BBCB590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EB7E7AD9-0DC7-4F76-9D27-95C611C9E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344685-F7E6-4EAD-8EC3-AD596CA70B14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817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ruta 223">
            <a:extLst>
              <a:ext uri="{FF2B5EF4-FFF2-40B4-BE49-F238E27FC236}">
                <a16:creationId xmlns:a16="http://schemas.microsoft.com/office/drawing/2014/main" id="{52BF5EB7-45BD-43D5-AC1D-1421D9FC7738}"/>
              </a:ext>
            </a:extLst>
          </p:cNvPr>
          <p:cNvSpPr txBox="1"/>
          <p:nvPr/>
        </p:nvSpPr>
        <p:spPr>
          <a:xfrm>
            <a:off x="1798231" y="178640"/>
            <a:ext cx="7900337" cy="22887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noAutofit/>
          </a:bodyPr>
          <a:lstStyle/>
          <a:p>
            <a:r>
              <a:rPr lang="sv-SE" sz="1200" i="1" dirty="0"/>
              <a:t>Trafikverket</a:t>
            </a:r>
          </a:p>
        </p:txBody>
      </p:sp>
      <p:grpSp>
        <p:nvGrpSpPr>
          <p:cNvPr id="254" name="Grupp 253">
            <a:extLst>
              <a:ext uri="{FF2B5EF4-FFF2-40B4-BE49-F238E27FC236}">
                <a16:creationId xmlns:a16="http://schemas.microsoft.com/office/drawing/2014/main" id="{6D7F7121-54E9-49FD-BC69-8DFE46391DC8}"/>
              </a:ext>
            </a:extLst>
          </p:cNvPr>
          <p:cNvGrpSpPr/>
          <p:nvPr/>
        </p:nvGrpSpPr>
        <p:grpSpPr>
          <a:xfrm>
            <a:off x="1624185" y="363053"/>
            <a:ext cx="304892" cy="1770636"/>
            <a:chOff x="1624185" y="363053"/>
            <a:chExt cx="304892" cy="1770636"/>
          </a:xfrm>
        </p:grpSpPr>
        <p:sp>
          <p:nvSpPr>
            <p:cNvPr id="251" name="textruta 250">
              <a:extLst>
                <a:ext uri="{FF2B5EF4-FFF2-40B4-BE49-F238E27FC236}">
                  <a16:creationId xmlns:a16="http://schemas.microsoft.com/office/drawing/2014/main" id="{BAD1CBBA-D7B0-4E71-B776-876D51F75DB7}"/>
                </a:ext>
              </a:extLst>
            </p:cNvPr>
            <p:cNvSpPr txBox="1"/>
            <p:nvPr/>
          </p:nvSpPr>
          <p:spPr>
            <a:xfrm>
              <a:off x="1624185" y="363053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A</a:t>
              </a:r>
            </a:p>
          </p:txBody>
        </p:sp>
        <p:cxnSp>
          <p:nvCxnSpPr>
            <p:cNvPr id="252" name="Rak pilkoppling 251">
              <a:extLst>
                <a:ext uri="{FF2B5EF4-FFF2-40B4-BE49-F238E27FC236}">
                  <a16:creationId xmlns:a16="http://schemas.microsoft.com/office/drawing/2014/main" id="{CFBB8DD7-D6DC-4030-BFE3-6069A035D87C}"/>
                </a:ext>
              </a:extLst>
            </p:cNvPr>
            <p:cNvCxnSpPr>
              <a:cxnSpLocks/>
              <a:stCxn id="251" idx="2"/>
            </p:cNvCxnSpPr>
            <p:nvPr/>
          </p:nvCxnSpPr>
          <p:spPr>
            <a:xfrm>
              <a:off x="1776631" y="732385"/>
              <a:ext cx="7200" cy="140130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5" name="Grupp 254">
            <a:extLst>
              <a:ext uri="{FF2B5EF4-FFF2-40B4-BE49-F238E27FC236}">
                <a16:creationId xmlns:a16="http://schemas.microsoft.com/office/drawing/2014/main" id="{248F70E4-1424-4B90-BF96-9BD53387F609}"/>
              </a:ext>
            </a:extLst>
          </p:cNvPr>
          <p:cNvGrpSpPr/>
          <p:nvPr/>
        </p:nvGrpSpPr>
        <p:grpSpPr>
          <a:xfrm>
            <a:off x="9538922" y="356382"/>
            <a:ext cx="304892" cy="1770636"/>
            <a:chOff x="1624185" y="363053"/>
            <a:chExt cx="304892" cy="1770636"/>
          </a:xfrm>
        </p:grpSpPr>
        <p:sp>
          <p:nvSpPr>
            <p:cNvPr id="256" name="textruta 255">
              <a:extLst>
                <a:ext uri="{FF2B5EF4-FFF2-40B4-BE49-F238E27FC236}">
                  <a16:creationId xmlns:a16="http://schemas.microsoft.com/office/drawing/2014/main" id="{4BC672D6-8A9D-4A7C-B43A-1A1C6E644648}"/>
                </a:ext>
              </a:extLst>
            </p:cNvPr>
            <p:cNvSpPr txBox="1"/>
            <p:nvPr/>
          </p:nvSpPr>
          <p:spPr>
            <a:xfrm>
              <a:off x="1624185" y="363053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E</a:t>
              </a:r>
            </a:p>
          </p:txBody>
        </p:sp>
        <p:cxnSp>
          <p:nvCxnSpPr>
            <p:cNvPr id="257" name="Rak pilkoppling 256">
              <a:extLst>
                <a:ext uri="{FF2B5EF4-FFF2-40B4-BE49-F238E27FC236}">
                  <a16:creationId xmlns:a16="http://schemas.microsoft.com/office/drawing/2014/main" id="{F9846E41-97CD-4FDF-80EC-A527E6F22E33}"/>
                </a:ext>
              </a:extLst>
            </p:cNvPr>
            <p:cNvCxnSpPr>
              <a:cxnSpLocks/>
              <a:stCxn id="256" idx="2"/>
            </p:cNvCxnSpPr>
            <p:nvPr/>
          </p:nvCxnSpPr>
          <p:spPr>
            <a:xfrm>
              <a:off x="1776631" y="732385"/>
              <a:ext cx="7200" cy="140130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Grupp 263">
            <a:extLst>
              <a:ext uri="{FF2B5EF4-FFF2-40B4-BE49-F238E27FC236}">
                <a16:creationId xmlns:a16="http://schemas.microsoft.com/office/drawing/2014/main" id="{5B60EBCE-1B12-47DE-AB06-46C2665B44D2}"/>
              </a:ext>
            </a:extLst>
          </p:cNvPr>
          <p:cNvGrpSpPr/>
          <p:nvPr/>
        </p:nvGrpSpPr>
        <p:grpSpPr>
          <a:xfrm>
            <a:off x="7219788" y="387832"/>
            <a:ext cx="304892" cy="1770636"/>
            <a:chOff x="1624185" y="363053"/>
            <a:chExt cx="304892" cy="1770636"/>
          </a:xfrm>
        </p:grpSpPr>
        <p:sp>
          <p:nvSpPr>
            <p:cNvPr id="265" name="textruta 264">
              <a:extLst>
                <a:ext uri="{FF2B5EF4-FFF2-40B4-BE49-F238E27FC236}">
                  <a16:creationId xmlns:a16="http://schemas.microsoft.com/office/drawing/2014/main" id="{75E434EC-C637-488B-9CD8-4B83EEBD74B5}"/>
                </a:ext>
              </a:extLst>
            </p:cNvPr>
            <p:cNvSpPr txBox="1"/>
            <p:nvPr/>
          </p:nvSpPr>
          <p:spPr>
            <a:xfrm>
              <a:off x="1624185" y="363053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D</a:t>
              </a:r>
            </a:p>
          </p:txBody>
        </p:sp>
        <p:cxnSp>
          <p:nvCxnSpPr>
            <p:cNvPr id="266" name="Rak pilkoppling 265">
              <a:extLst>
                <a:ext uri="{FF2B5EF4-FFF2-40B4-BE49-F238E27FC236}">
                  <a16:creationId xmlns:a16="http://schemas.microsoft.com/office/drawing/2014/main" id="{7F491436-265B-48FE-82F5-3F03177596C0}"/>
                </a:ext>
              </a:extLst>
            </p:cNvPr>
            <p:cNvCxnSpPr>
              <a:cxnSpLocks/>
              <a:stCxn id="265" idx="2"/>
            </p:cNvCxnSpPr>
            <p:nvPr/>
          </p:nvCxnSpPr>
          <p:spPr>
            <a:xfrm>
              <a:off x="1776631" y="732385"/>
              <a:ext cx="7200" cy="140130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1" name="Grupp 260">
            <a:extLst>
              <a:ext uri="{FF2B5EF4-FFF2-40B4-BE49-F238E27FC236}">
                <a16:creationId xmlns:a16="http://schemas.microsoft.com/office/drawing/2014/main" id="{198EF872-D9F1-4477-A759-47E889F1A019}"/>
              </a:ext>
            </a:extLst>
          </p:cNvPr>
          <p:cNvGrpSpPr/>
          <p:nvPr/>
        </p:nvGrpSpPr>
        <p:grpSpPr>
          <a:xfrm>
            <a:off x="5216036" y="363053"/>
            <a:ext cx="304892" cy="1770636"/>
            <a:chOff x="1624185" y="363053"/>
            <a:chExt cx="304892" cy="1770636"/>
          </a:xfrm>
        </p:grpSpPr>
        <p:sp>
          <p:nvSpPr>
            <p:cNvPr id="262" name="textruta 261">
              <a:extLst>
                <a:ext uri="{FF2B5EF4-FFF2-40B4-BE49-F238E27FC236}">
                  <a16:creationId xmlns:a16="http://schemas.microsoft.com/office/drawing/2014/main" id="{A8A527D6-B2FF-4AF2-84B0-81D53DE780B8}"/>
                </a:ext>
              </a:extLst>
            </p:cNvPr>
            <p:cNvSpPr txBox="1"/>
            <p:nvPr/>
          </p:nvSpPr>
          <p:spPr>
            <a:xfrm>
              <a:off x="1624185" y="363053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C</a:t>
              </a:r>
            </a:p>
          </p:txBody>
        </p:sp>
        <p:cxnSp>
          <p:nvCxnSpPr>
            <p:cNvPr id="263" name="Rak pilkoppling 262">
              <a:extLst>
                <a:ext uri="{FF2B5EF4-FFF2-40B4-BE49-F238E27FC236}">
                  <a16:creationId xmlns:a16="http://schemas.microsoft.com/office/drawing/2014/main" id="{B56BFB17-9E4F-45AD-BD01-D819ABC0BB13}"/>
                </a:ext>
              </a:extLst>
            </p:cNvPr>
            <p:cNvCxnSpPr>
              <a:cxnSpLocks/>
              <a:stCxn id="262" idx="2"/>
            </p:cNvCxnSpPr>
            <p:nvPr/>
          </p:nvCxnSpPr>
          <p:spPr>
            <a:xfrm>
              <a:off x="1776631" y="732385"/>
              <a:ext cx="7200" cy="140130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8" name="Grupp 257">
            <a:extLst>
              <a:ext uri="{FF2B5EF4-FFF2-40B4-BE49-F238E27FC236}">
                <a16:creationId xmlns:a16="http://schemas.microsoft.com/office/drawing/2014/main" id="{6169DEE2-50F2-44F1-9053-F85A728451A5}"/>
              </a:ext>
            </a:extLst>
          </p:cNvPr>
          <p:cNvGrpSpPr/>
          <p:nvPr/>
        </p:nvGrpSpPr>
        <p:grpSpPr>
          <a:xfrm>
            <a:off x="3061586" y="356382"/>
            <a:ext cx="304892" cy="1770636"/>
            <a:chOff x="1624185" y="363053"/>
            <a:chExt cx="304892" cy="1770636"/>
          </a:xfrm>
        </p:grpSpPr>
        <p:sp>
          <p:nvSpPr>
            <p:cNvPr id="259" name="textruta 258">
              <a:extLst>
                <a:ext uri="{FF2B5EF4-FFF2-40B4-BE49-F238E27FC236}">
                  <a16:creationId xmlns:a16="http://schemas.microsoft.com/office/drawing/2014/main" id="{B0765316-77E4-44CB-833A-C950223CD0CF}"/>
                </a:ext>
              </a:extLst>
            </p:cNvPr>
            <p:cNvSpPr txBox="1"/>
            <p:nvPr/>
          </p:nvSpPr>
          <p:spPr>
            <a:xfrm>
              <a:off x="1624185" y="363053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B</a:t>
              </a:r>
            </a:p>
          </p:txBody>
        </p:sp>
        <p:cxnSp>
          <p:nvCxnSpPr>
            <p:cNvPr id="260" name="Rak pilkoppling 259">
              <a:extLst>
                <a:ext uri="{FF2B5EF4-FFF2-40B4-BE49-F238E27FC236}">
                  <a16:creationId xmlns:a16="http://schemas.microsoft.com/office/drawing/2014/main" id="{AB4DE3F3-EB9A-4DCE-A420-9E387D354DBD}"/>
                </a:ext>
              </a:extLst>
            </p:cNvPr>
            <p:cNvCxnSpPr>
              <a:cxnSpLocks/>
              <a:stCxn id="259" idx="2"/>
            </p:cNvCxnSpPr>
            <p:nvPr/>
          </p:nvCxnSpPr>
          <p:spPr>
            <a:xfrm>
              <a:off x="1776631" y="732385"/>
              <a:ext cx="7200" cy="140130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3" name="textruta 242">
            <a:extLst>
              <a:ext uri="{FF2B5EF4-FFF2-40B4-BE49-F238E27FC236}">
                <a16:creationId xmlns:a16="http://schemas.microsoft.com/office/drawing/2014/main" id="{E77E04EE-C1FA-4224-8A84-48641851E4C8}"/>
              </a:ext>
            </a:extLst>
          </p:cNvPr>
          <p:cNvSpPr txBox="1"/>
          <p:nvPr/>
        </p:nvSpPr>
        <p:spPr>
          <a:xfrm>
            <a:off x="366412" y="4188589"/>
            <a:ext cx="99626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F80C5402-27F8-4C46-B60B-C3E9FF4AD48F}"/>
              </a:ext>
            </a:extLst>
          </p:cNvPr>
          <p:cNvSpPr txBox="1"/>
          <p:nvPr/>
        </p:nvSpPr>
        <p:spPr>
          <a:xfrm>
            <a:off x="501757" y="2911901"/>
            <a:ext cx="2955792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EF2E469F-3BC9-4459-9F41-7235DF0F613F}"/>
              </a:ext>
            </a:extLst>
          </p:cNvPr>
          <p:cNvSpPr txBox="1"/>
          <p:nvPr/>
        </p:nvSpPr>
        <p:spPr>
          <a:xfrm>
            <a:off x="510484" y="3760004"/>
            <a:ext cx="1941932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D5D0FC58-2C8D-456D-8E6B-CD828BAD7DD1}"/>
              </a:ext>
            </a:extLst>
          </p:cNvPr>
          <p:cNvSpPr txBox="1"/>
          <p:nvPr/>
        </p:nvSpPr>
        <p:spPr>
          <a:xfrm>
            <a:off x="1783831" y="1213607"/>
            <a:ext cx="789463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Tågläge (</a:t>
            </a:r>
            <a:r>
              <a:rPr lang="sv-SE" sz="1200" dirty="0" err="1"/>
              <a:t>Path</a:t>
            </a:r>
            <a:r>
              <a:rPr lang="sv-SE" sz="1200" dirty="0"/>
              <a:t>)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129411C9-FC58-4B84-A21A-45960DBAAA78}"/>
              </a:ext>
            </a:extLst>
          </p:cNvPr>
          <p:cNvSpPr txBox="1"/>
          <p:nvPr/>
        </p:nvSpPr>
        <p:spPr>
          <a:xfrm>
            <a:off x="2131924" y="3334575"/>
            <a:ext cx="1300644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Departure</a:t>
            </a:r>
            <a:endParaRPr lang="sv-SE" sz="1200" dirty="0"/>
          </a:p>
        </p:txBody>
      </p:sp>
      <p:cxnSp>
        <p:nvCxnSpPr>
          <p:cNvPr id="13" name="Rak pilkoppling 12">
            <a:extLst>
              <a:ext uri="{FF2B5EF4-FFF2-40B4-BE49-F238E27FC236}">
                <a16:creationId xmlns:a16="http://schemas.microsoft.com/office/drawing/2014/main" id="{0ECAF769-74FE-44EE-B8A0-5C79BCEB2391}"/>
              </a:ext>
            </a:extLst>
          </p:cNvPr>
          <p:cNvCxnSpPr/>
          <p:nvPr/>
        </p:nvCxnSpPr>
        <p:spPr>
          <a:xfrm flipV="1">
            <a:off x="439066" y="5584399"/>
            <a:ext cx="610851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pilkoppling 13">
            <a:extLst>
              <a:ext uri="{FF2B5EF4-FFF2-40B4-BE49-F238E27FC236}">
                <a16:creationId xmlns:a16="http://schemas.microsoft.com/office/drawing/2014/main" id="{E079E043-5F20-439C-BB7D-24033E8AA40C}"/>
              </a:ext>
            </a:extLst>
          </p:cNvPr>
          <p:cNvCxnSpPr/>
          <p:nvPr/>
        </p:nvCxnSpPr>
        <p:spPr>
          <a:xfrm>
            <a:off x="1195403" y="5591411"/>
            <a:ext cx="156371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 14">
            <a:extLst>
              <a:ext uri="{FF2B5EF4-FFF2-40B4-BE49-F238E27FC236}">
                <a16:creationId xmlns:a16="http://schemas.microsoft.com/office/drawing/2014/main" id="{EE43A702-0A58-434D-AB2A-B9F0E01B75D3}"/>
              </a:ext>
            </a:extLst>
          </p:cNvPr>
          <p:cNvSpPr/>
          <p:nvPr/>
        </p:nvSpPr>
        <p:spPr>
          <a:xfrm>
            <a:off x="336288" y="556137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Ellips 15">
            <a:extLst>
              <a:ext uri="{FF2B5EF4-FFF2-40B4-BE49-F238E27FC236}">
                <a16:creationId xmlns:a16="http://schemas.microsoft.com/office/drawing/2014/main" id="{8B9AE7EE-AC87-4155-96A0-011288270050}"/>
              </a:ext>
            </a:extLst>
          </p:cNvPr>
          <p:cNvSpPr/>
          <p:nvPr/>
        </p:nvSpPr>
        <p:spPr>
          <a:xfrm>
            <a:off x="1092625" y="556137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Ellips 16">
            <a:extLst>
              <a:ext uri="{FF2B5EF4-FFF2-40B4-BE49-F238E27FC236}">
                <a16:creationId xmlns:a16="http://schemas.microsoft.com/office/drawing/2014/main" id="{3CCABF28-21D9-474A-8873-9DF4432C4C49}"/>
              </a:ext>
            </a:extLst>
          </p:cNvPr>
          <p:cNvSpPr/>
          <p:nvPr/>
        </p:nvSpPr>
        <p:spPr>
          <a:xfrm>
            <a:off x="2801823" y="556137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8" name="Rak pilkoppling 17">
            <a:extLst>
              <a:ext uri="{FF2B5EF4-FFF2-40B4-BE49-F238E27FC236}">
                <a16:creationId xmlns:a16="http://schemas.microsoft.com/office/drawing/2014/main" id="{A5C6C7B0-49B8-4D30-AB2E-3A00E2C1658F}"/>
              </a:ext>
            </a:extLst>
          </p:cNvPr>
          <p:cNvCxnSpPr/>
          <p:nvPr/>
        </p:nvCxnSpPr>
        <p:spPr>
          <a:xfrm flipV="1">
            <a:off x="2904601" y="5581298"/>
            <a:ext cx="610851" cy="310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 18">
            <a:extLst>
              <a:ext uri="{FF2B5EF4-FFF2-40B4-BE49-F238E27FC236}">
                <a16:creationId xmlns:a16="http://schemas.microsoft.com/office/drawing/2014/main" id="{7E5C170A-588E-42A2-AA6E-3D240A3C209F}"/>
              </a:ext>
            </a:extLst>
          </p:cNvPr>
          <p:cNvSpPr/>
          <p:nvPr/>
        </p:nvSpPr>
        <p:spPr>
          <a:xfrm>
            <a:off x="3558160" y="556137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0" name="Rak pilkoppling 19">
            <a:extLst>
              <a:ext uri="{FF2B5EF4-FFF2-40B4-BE49-F238E27FC236}">
                <a16:creationId xmlns:a16="http://schemas.microsoft.com/office/drawing/2014/main" id="{25BBDE12-F1F8-4886-855A-5A21861ACC01}"/>
              </a:ext>
            </a:extLst>
          </p:cNvPr>
          <p:cNvCxnSpPr/>
          <p:nvPr/>
        </p:nvCxnSpPr>
        <p:spPr>
          <a:xfrm flipV="1">
            <a:off x="1159369" y="5333864"/>
            <a:ext cx="191437" cy="1879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 20">
            <a:extLst>
              <a:ext uri="{FF2B5EF4-FFF2-40B4-BE49-F238E27FC236}">
                <a16:creationId xmlns:a16="http://schemas.microsoft.com/office/drawing/2014/main" id="{8AABC041-4687-424D-A894-9F07C00682C7}"/>
              </a:ext>
            </a:extLst>
          </p:cNvPr>
          <p:cNvSpPr/>
          <p:nvPr/>
        </p:nvSpPr>
        <p:spPr>
          <a:xfrm>
            <a:off x="1364154" y="526044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Ellips 21">
            <a:extLst>
              <a:ext uri="{FF2B5EF4-FFF2-40B4-BE49-F238E27FC236}">
                <a16:creationId xmlns:a16="http://schemas.microsoft.com/office/drawing/2014/main" id="{7951D9A3-94B4-4A01-B59E-D34F88297909}"/>
              </a:ext>
            </a:extLst>
          </p:cNvPr>
          <p:cNvSpPr/>
          <p:nvPr/>
        </p:nvSpPr>
        <p:spPr>
          <a:xfrm>
            <a:off x="2523619" y="5267120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3" name="Rak pilkoppling 22">
            <a:extLst>
              <a:ext uri="{FF2B5EF4-FFF2-40B4-BE49-F238E27FC236}">
                <a16:creationId xmlns:a16="http://schemas.microsoft.com/office/drawing/2014/main" id="{752A7314-513D-489F-B3BD-0DF7D6900A94}"/>
              </a:ext>
            </a:extLst>
          </p:cNvPr>
          <p:cNvCxnSpPr/>
          <p:nvPr/>
        </p:nvCxnSpPr>
        <p:spPr>
          <a:xfrm>
            <a:off x="1450924" y="5283807"/>
            <a:ext cx="103932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ak pilkoppling 23">
            <a:extLst>
              <a:ext uri="{FF2B5EF4-FFF2-40B4-BE49-F238E27FC236}">
                <a16:creationId xmlns:a16="http://schemas.microsoft.com/office/drawing/2014/main" id="{BA6D45E2-8BEA-473D-873C-BD2EDE224EEE}"/>
              </a:ext>
            </a:extLst>
          </p:cNvPr>
          <p:cNvCxnSpPr/>
          <p:nvPr/>
        </p:nvCxnSpPr>
        <p:spPr>
          <a:xfrm flipH="1" flipV="1">
            <a:off x="2590363" y="5345423"/>
            <a:ext cx="191437" cy="18797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upp 24">
            <a:extLst>
              <a:ext uri="{FF2B5EF4-FFF2-40B4-BE49-F238E27FC236}">
                <a16:creationId xmlns:a16="http://schemas.microsoft.com/office/drawing/2014/main" id="{DFFAC59E-BBC7-485F-A775-12A3608E29E6}"/>
              </a:ext>
            </a:extLst>
          </p:cNvPr>
          <p:cNvGrpSpPr/>
          <p:nvPr/>
        </p:nvGrpSpPr>
        <p:grpSpPr>
          <a:xfrm>
            <a:off x="459049" y="5340940"/>
            <a:ext cx="80542" cy="220436"/>
            <a:chOff x="1611163" y="3833956"/>
            <a:chExt cx="80542" cy="220436"/>
          </a:xfrm>
        </p:grpSpPr>
        <p:grpSp>
          <p:nvGrpSpPr>
            <p:cNvPr id="26" name="Grupp 25">
              <a:extLst>
                <a:ext uri="{FF2B5EF4-FFF2-40B4-BE49-F238E27FC236}">
                  <a16:creationId xmlns:a16="http://schemas.microsoft.com/office/drawing/2014/main" id="{683D78CF-FF31-45DE-BDF2-3D0D926BDDDC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29" name="Ellips 28">
                <a:extLst>
                  <a:ext uri="{FF2B5EF4-FFF2-40B4-BE49-F238E27FC236}">
                    <a16:creationId xmlns:a16="http://schemas.microsoft.com/office/drawing/2014/main" id="{6625F77C-D448-4443-94F5-0AAA91B055E8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30" name="Rak koppling 29">
                <a:extLst>
                  <a:ext uri="{FF2B5EF4-FFF2-40B4-BE49-F238E27FC236}">
                    <a16:creationId xmlns:a16="http://schemas.microsoft.com/office/drawing/2014/main" id="{F22CEEBF-193A-44DA-B91A-ED05E71F8846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Ellips 26">
              <a:extLst>
                <a:ext uri="{FF2B5EF4-FFF2-40B4-BE49-F238E27FC236}">
                  <a16:creationId xmlns:a16="http://schemas.microsoft.com/office/drawing/2014/main" id="{84422858-1B6D-4B6B-A9E1-C39DA679A241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8" name="Ellips 27">
              <a:extLst>
                <a:ext uri="{FF2B5EF4-FFF2-40B4-BE49-F238E27FC236}">
                  <a16:creationId xmlns:a16="http://schemas.microsoft.com/office/drawing/2014/main" id="{DEFB9DFD-4947-430D-A7E9-0617E87486AD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31" name="Grupp 30">
            <a:extLst>
              <a:ext uri="{FF2B5EF4-FFF2-40B4-BE49-F238E27FC236}">
                <a16:creationId xmlns:a16="http://schemas.microsoft.com/office/drawing/2014/main" id="{BD2F97D0-06E0-4D7C-BF7C-90367D9D7A30}"/>
              </a:ext>
            </a:extLst>
          </p:cNvPr>
          <p:cNvGrpSpPr/>
          <p:nvPr/>
        </p:nvGrpSpPr>
        <p:grpSpPr>
          <a:xfrm>
            <a:off x="2409707" y="5046684"/>
            <a:ext cx="80542" cy="220436"/>
            <a:chOff x="1611163" y="3833956"/>
            <a:chExt cx="80542" cy="220436"/>
          </a:xfrm>
        </p:grpSpPr>
        <p:grpSp>
          <p:nvGrpSpPr>
            <p:cNvPr id="32" name="Grupp 31">
              <a:extLst>
                <a:ext uri="{FF2B5EF4-FFF2-40B4-BE49-F238E27FC236}">
                  <a16:creationId xmlns:a16="http://schemas.microsoft.com/office/drawing/2014/main" id="{CF254BCF-6CC5-4CA7-AAB2-550C58ABF354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35" name="Ellips 34">
                <a:extLst>
                  <a:ext uri="{FF2B5EF4-FFF2-40B4-BE49-F238E27FC236}">
                    <a16:creationId xmlns:a16="http://schemas.microsoft.com/office/drawing/2014/main" id="{437A79F4-C03C-45E3-90B9-655AA428A2D1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36" name="Rak koppling 35">
                <a:extLst>
                  <a:ext uri="{FF2B5EF4-FFF2-40B4-BE49-F238E27FC236}">
                    <a16:creationId xmlns:a16="http://schemas.microsoft.com/office/drawing/2014/main" id="{D12E0FE8-23AA-422A-91C3-3AB8D9297A48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Ellips 32">
              <a:extLst>
                <a:ext uri="{FF2B5EF4-FFF2-40B4-BE49-F238E27FC236}">
                  <a16:creationId xmlns:a16="http://schemas.microsoft.com/office/drawing/2014/main" id="{0C9BBA52-019C-47A1-BD94-7D309311933B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4" name="Ellips 33">
              <a:extLst>
                <a:ext uri="{FF2B5EF4-FFF2-40B4-BE49-F238E27FC236}">
                  <a16:creationId xmlns:a16="http://schemas.microsoft.com/office/drawing/2014/main" id="{EEE3F294-B621-48BE-8118-7C43D3F9BD04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37" name="Grupp 36">
            <a:extLst>
              <a:ext uri="{FF2B5EF4-FFF2-40B4-BE49-F238E27FC236}">
                <a16:creationId xmlns:a16="http://schemas.microsoft.com/office/drawing/2014/main" id="{E86B3A2F-4605-4804-8CD3-A8776D9831C7}"/>
              </a:ext>
            </a:extLst>
          </p:cNvPr>
          <p:cNvGrpSpPr/>
          <p:nvPr/>
        </p:nvGrpSpPr>
        <p:grpSpPr>
          <a:xfrm>
            <a:off x="2410120" y="5345059"/>
            <a:ext cx="80542" cy="220436"/>
            <a:chOff x="1611163" y="3833956"/>
            <a:chExt cx="80542" cy="220436"/>
          </a:xfrm>
        </p:grpSpPr>
        <p:grpSp>
          <p:nvGrpSpPr>
            <p:cNvPr id="38" name="Grupp 37">
              <a:extLst>
                <a:ext uri="{FF2B5EF4-FFF2-40B4-BE49-F238E27FC236}">
                  <a16:creationId xmlns:a16="http://schemas.microsoft.com/office/drawing/2014/main" id="{CDB1218A-6A53-498D-AF82-53D8A3645C55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41" name="Ellips 40">
                <a:extLst>
                  <a:ext uri="{FF2B5EF4-FFF2-40B4-BE49-F238E27FC236}">
                    <a16:creationId xmlns:a16="http://schemas.microsoft.com/office/drawing/2014/main" id="{BE08A4CE-9FBF-4ED3-B1B4-020320DA6E9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42" name="Rak koppling 41">
                <a:extLst>
                  <a:ext uri="{FF2B5EF4-FFF2-40B4-BE49-F238E27FC236}">
                    <a16:creationId xmlns:a16="http://schemas.microsoft.com/office/drawing/2014/main" id="{34D5CAEC-4E47-418E-A689-4341A3E66BA0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Ellips 38">
              <a:extLst>
                <a:ext uri="{FF2B5EF4-FFF2-40B4-BE49-F238E27FC236}">
                  <a16:creationId xmlns:a16="http://schemas.microsoft.com/office/drawing/2014/main" id="{488BF438-7121-47C5-B908-999BB855721A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0" name="Ellips 39">
              <a:extLst>
                <a:ext uri="{FF2B5EF4-FFF2-40B4-BE49-F238E27FC236}">
                  <a16:creationId xmlns:a16="http://schemas.microsoft.com/office/drawing/2014/main" id="{735A7D16-23D9-43C8-B9B1-B44A240728F3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43" name="Grupp 42">
            <a:extLst>
              <a:ext uri="{FF2B5EF4-FFF2-40B4-BE49-F238E27FC236}">
                <a16:creationId xmlns:a16="http://schemas.microsoft.com/office/drawing/2014/main" id="{CE9EC606-D96C-4718-99E6-761B4A0C7535}"/>
              </a:ext>
            </a:extLst>
          </p:cNvPr>
          <p:cNvGrpSpPr/>
          <p:nvPr/>
        </p:nvGrpSpPr>
        <p:grpSpPr>
          <a:xfrm>
            <a:off x="3415993" y="5342958"/>
            <a:ext cx="80542" cy="220436"/>
            <a:chOff x="1611163" y="3833956"/>
            <a:chExt cx="80542" cy="220436"/>
          </a:xfrm>
        </p:grpSpPr>
        <p:grpSp>
          <p:nvGrpSpPr>
            <p:cNvPr id="44" name="Grupp 43">
              <a:extLst>
                <a:ext uri="{FF2B5EF4-FFF2-40B4-BE49-F238E27FC236}">
                  <a16:creationId xmlns:a16="http://schemas.microsoft.com/office/drawing/2014/main" id="{3F41FA04-F925-4854-A883-1D76F722644E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47" name="Ellips 46">
                <a:extLst>
                  <a:ext uri="{FF2B5EF4-FFF2-40B4-BE49-F238E27FC236}">
                    <a16:creationId xmlns:a16="http://schemas.microsoft.com/office/drawing/2014/main" id="{B31183F3-0D53-42D1-93AE-29B927F569D5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48" name="Rak koppling 47">
                <a:extLst>
                  <a:ext uri="{FF2B5EF4-FFF2-40B4-BE49-F238E27FC236}">
                    <a16:creationId xmlns:a16="http://schemas.microsoft.com/office/drawing/2014/main" id="{7A7C84C2-AF90-47BD-9E9E-5DF4EE17961C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Ellips 44">
              <a:extLst>
                <a:ext uri="{FF2B5EF4-FFF2-40B4-BE49-F238E27FC236}">
                  <a16:creationId xmlns:a16="http://schemas.microsoft.com/office/drawing/2014/main" id="{B0A57955-B6A8-4B81-A0A8-8D92C8FBAB0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6" name="Ellips 45">
              <a:extLst>
                <a:ext uri="{FF2B5EF4-FFF2-40B4-BE49-F238E27FC236}">
                  <a16:creationId xmlns:a16="http://schemas.microsoft.com/office/drawing/2014/main" id="{75F292C5-C7BA-4EC7-A615-06DEBFE3744B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49" name="textruta 48">
            <a:extLst>
              <a:ext uri="{FF2B5EF4-FFF2-40B4-BE49-F238E27FC236}">
                <a16:creationId xmlns:a16="http://schemas.microsoft.com/office/drawing/2014/main" id="{6DDF08D7-A2B3-4C61-90EB-61B77622D981}"/>
              </a:ext>
            </a:extLst>
          </p:cNvPr>
          <p:cNvSpPr txBox="1"/>
          <p:nvPr/>
        </p:nvSpPr>
        <p:spPr>
          <a:xfrm>
            <a:off x="1997328" y="239895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X</a:t>
            </a:r>
          </a:p>
        </p:txBody>
      </p:sp>
      <p:sp>
        <p:nvSpPr>
          <p:cNvPr id="50" name="textruta 49">
            <a:extLst>
              <a:ext uri="{FF2B5EF4-FFF2-40B4-BE49-F238E27FC236}">
                <a16:creationId xmlns:a16="http://schemas.microsoft.com/office/drawing/2014/main" id="{D7A633EE-9BB3-40BE-8497-CFFD095093D4}"/>
              </a:ext>
            </a:extLst>
          </p:cNvPr>
          <p:cNvSpPr txBox="1"/>
          <p:nvPr/>
        </p:nvSpPr>
        <p:spPr>
          <a:xfrm>
            <a:off x="1964445" y="5050246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#2</a:t>
            </a:r>
          </a:p>
        </p:txBody>
      </p:sp>
      <p:sp>
        <p:nvSpPr>
          <p:cNvPr id="51" name="textruta 50">
            <a:extLst>
              <a:ext uri="{FF2B5EF4-FFF2-40B4-BE49-F238E27FC236}">
                <a16:creationId xmlns:a16="http://schemas.microsoft.com/office/drawing/2014/main" id="{041C58A0-D72A-43C7-90A3-F31CCF46DE6F}"/>
              </a:ext>
            </a:extLst>
          </p:cNvPr>
          <p:cNvSpPr txBox="1"/>
          <p:nvPr/>
        </p:nvSpPr>
        <p:spPr>
          <a:xfrm>
            <a:off x="1949021" y="5326880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#1</a:t>
            </a:r>
          </a:p>
        </p:txBody>
      </p:sp>
      <p:grpSp>
        <p:nvGrpSpPr>
          <p:cNvPr id="52" name="Grupp 51">
            <a:extLst>
              <a:ext uri="{FF2B5EF4-FFF2-40B4-BE49-F238E27FC236}">
                <a16:creationId xmlns:a16="http://schemas.microsoft.com/office/drawing/2014/main" id="{26F800C3-6DFA-46A8-8351-5F1DE93F86F8}"/>
              </a:ext>
            </a:extLst>
          </p:cNvPr>
          <p:cNvGrpSpPr/>
          <p:nvPr/>
        </p:nvGrpSpPr>
        <p:grpSpPr>
          <a:xfrm>
            <a:off x="1504779" y="5049783"/>
            <a:ext cx="80542" cy="220436"/>
            <a:chOff x="1611163" y="3833956"/>
            <a:chExt cx="80542" cy="220436"/>
          </a:xfrm>
        </p:grpSpPr>
        <p:grpSp>
          <p:nvGrpSpPr>
            <p:cNvPr id="53" name="Grupp 52">
              <a:extLst>
                <a:ext uri="{FF2B5EF4-FFF2-40B4-BE49-F238E27FC236}">
                  <a16:creationId xmlns:a16="http://schemas.microsoft.com/office/drawing/2014/main" id="{C8836D97-D3B8-4A9C-BAF7-2CB6D5576AE7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56" name="Ellips 55">
                <a:extLst>
                  <a:ext uri="{FF2B5EF4-FFF2-40B4-BE49-F238E27FC236}">
                    <a16:creationId xmlns:a16="http://schemas.microsoft.com/office/drawing/2014/main" id="{6EC79F4E-AD61-41F1-9A7D-DEDFDB0D0A12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57" name="Rak koppling 56">
                <a:extLst>
                  <a:ext uri="{FF2B5EF4-FFF2-40B4-BE49-F238E27FC236}">
                    <a16:creationId xmlns:a16="http://schemas.microsoft.com/office/drawing/2014/main" id="{825D625D-78D4-4B27-9B8E-37F899D6F54B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Ellips 53">
              <a:extLst>
                <a:ext uri="{FF2B5EF4-FFF2-40B4-BE49-F238E27FC236}">
                  <a16:creationId xmlns:a16="http://schemas.microsoft.com/office/drawing/2014/main" id="{DD326835-53B5-4B0A-95FA-35DAF89698D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5" name="Ellips 54">
              <a:extLst>
                <a:ext uri="{FF2B5EF4-FFF2-40B4-BE49-F238E27FC236}">
                  <a16:creationId xmlns:a16="http://schemas.microsoft.com/office/drawing/2014/main" id="{48FDC357-0315-4521-96E5-94EFA31DFD15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58" name="Grupp 57">
            <a:extLst>
              <a:ext uri="{FF2B5EF4-FFF2-40B4-BE49-F238E27FC236}">
                <a16:creationId xmlns:a16="http://schemas.microsoft.com/office/drawing/2014/main" id="{DBC0F0ED-4832-4344-93B6-BB59272EC56D}"/>
              </a:ext>
            </a:extLst>
          </p:cNvPr>
          <p:cNvGrpSpPr/>
          <p:nvPr/>
        </p:nvGrpSpPr>
        <p:grpSpPr>
          <a:xfrm>
            <a:off x="1505192" y="5348158"/>
            <a:ext cx="80542" cy="220436"/>
            <a:chOff x="1611163" y="3833956"/>
            <a:chExt cx="80542" cy="220436"/>
          </a:xfrm>
        </p:grpSpPr>
        <p:grpSp>
          <p:nvGrpSpPr>
            <p:cNvPr id="59" name="Grupp 58">
              <a:extLst>
                <a:ext uri="{FF2B5EF4-FFF2-40B4-BE49-F238E27FC236}">
                  <a16:creationId xmlns:a16="http://schemas.microsoft.com/office/drawing/2014/main" id="{2FC487B6-FBB2-4495-9DBF-ACB659DEADF0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62" name="Ellips 61">
                <a:extLst>
                  <a:ext uri="{FF2B5EF4-FFF2-40B4-BE49-F238E27FC236}">
                    <a16:creationId xmlns:a16="http://schemas.microsoft.com/office/drawing/2014/main" id="{A2C6572D-CCA8-4927-8629-0C1BDCF76AB0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63" name="Rak koppling 62">
                <a:extLst>
                  <a:ext uri="{FF2B5EF4-FFF2-40B4-BE49-F238E27FC236}">
                    <a16:creationId xmlns:a16="http://schemas.microsoft.com/office/drawing/2014/main" id="{766E2EF8-B514-4B7A-A4EC-C7514E1ADE21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Ellips 59">
              <a:extLst>
                <a:ext uri="{FF2B5EF4-FFF2-40B4-BE49-F238E27FC236}">
                  <a16:creationId xmlns:a16="http://schemas.microsoft.com/office/drawing/2014/main" id="{70E38F5D-B78A-4F89-B98B-C12A43BE2EF2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1" name="Ellips 60">
              <a:extLst>
                <a:ext uri="{FF2B5EF4-FFF2-40B4-BE49-F238E27FC236}">
                  <a16:creationId xmlns:a16="http://schemas.microsoft.com/office/drawing/2014/main" id="{D9636D28-5101-4FFC-9647-7891FD040CCF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67" name="Rak pilkoppling 66">
            <a:extLst>
              <a:ext uri="{FF2B5EF4-FFF2-40B4-BE49-F238E27FC236}">
                <a16:creationId xmlns:a16="http://schemas.microsoft.com/office/drawing/2014/main" id="{941E2FE7-3CBE-419B-AEB3-AFF87EAA065D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2143172" y="2768283"/>
            <a:ext cx="6602" cy="333329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Rak pilkoppling 69">
            <a:extLst>
              <a:ext uri="{FF2B5EF4-FFF2-40B4-BE49-F238E27FC236}">
                <a16:creationId xmlns:a16="http://schemas.microsoft.com/office/drawing/2014/main" id="{A78FC906-8C06-4740-A604-C014469EAA15}"/>
              </a:ext>
            </a:extLst>
          </p:cNvPr>
          <p:cNvCxnSpPr/>
          <p:nvPr/>
        </p:nvCxnSpPr>
        <p:spPr>
          <a:xfrm flipV="1">
            <a:off x="4605185" y="5571695"/>
            <a:ext cx="610851" cy="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Rak pilkoppling 70">
            <a:extLst>
              <a:ext uri="{FF2B5EF4-FFF2-40B4-BE49-F238E27FC236}">
                <a16:creationId xmlns:a16="http://schemas.microsoft.com/office/drawing/2014/main" id="{7A71FE69-CA41-42E0-A1B1-94FED50CFBB6}"/>
              </a:ext>
            </a:extLst>
          </p:cNvPr>
          <p:cNvCxnSpPr/>
          <p:nvPr/>
        </p:nvCxnSpPr>
        <p:spPr>
          <a:xfrm>
            <a:off x="5361522" y="5578707"/>
            <a:ext cx="156371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lips 71">
            <a:extLst>
              <a:ext uri="{FF2B5EF4-FFF2-40B4-BE49-F238E27FC236}">
                <a16:creationId xmlns:a16="http://schemas.microsoft.com/office/drawing/2014/main" id="{7E20877D-FFA1-43A6-8C54-64896C504C85}"/>
              </a:ext>
            </a:extLst>
          </p:cNvPr>
          <p:cNvSpPr/>
          <p:nvPr/>
        </p:nvSpPr>
        <p:spPr>
          <a:xfrm>
            <a:off x="4502407" y="554867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3" name="Ellips 72">
            <a:extLst>
              <a:ext uri="{FF2B5EF4-FFF2-40B4-BE49-F238E27FC236}">
                <a16:creationId xmlns:a16="http://schemas.microsoft.com/office/drawing/2014/main" id="{533CF8DE-17E3-43F8-999C-BB96F8D994B0}"/>
              </a:ext>
            </a:extLst>
          </p:cNvPr>
          <p:cNvSpPr/>
          <p:nvPr/>
        </p:nvSpPr>
        <p:spPr>
          <a:xfrm>
            <a:off x="5258744" y="554867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4" name="Ellips 73">
            <a:extLst>
              <a:ext uri="{FF2B5EF4-FFF2-40B4-BE49-F238E27FC236}">
                <a16:creationId xmlns:a16="http://schemas.microsoft.com/office/drawing/2014/main" id="{3BFA3BBE-C9A3-4CC2-BE3E-D60DE971BBEE}"/>
              </a:ext>
            </a:extLst>
          </p:cNvPr>
          <p:cNvSpPr/>
          <p:nvPr/>
        </p:nvSpPr>
        <p:spPr>
          <a:xfrm>
            <a:off x="6967942" y="554867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5" name="Rak pilkoppling 74">
            <a:extLst>
              <a:ext uri="{FF2B5EF4-FFF2-40B4-BE49-F238E27FC236}">
                <a16:creationId xmlns:a16="http://schemas.microsoft.com/office/drawing/2014/main" id="{99927B99-B7C2-40CB-B060-83A12E87EA4E}"/>
              </a:ext>
            </a:extLst>
          </p:cNvPr>
          <p:cNvCxnSpPr/>
          <p:nvPr/>
        </p:nvCxnSpPr>
        <p:spPr>
          <a:xfrm flipV="1">
            <a:off x="7070720" y="5568594"/>
            <a:ext cx="610851" cy="310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Ellips 75">
            <a:extLst>
              <a:ext uri="{FF2B5EF4-FFF2-40B4-BE49-F238E27FC236}">
                <a16:creationId xmlns:a16="http://schemas.microsoft.com/office/drawing/2014/main" id="{52D074F4-7383-4F8D-A819-320C747424C4}"/>
              </a:ext>
            </a:extLst>
          </p:cNvPr>
          <p:cNvSpPr/>
          <p:nvPr/>
        </p:nvSpPr>
        <p:spPr>
          <a:xfrm>
            <a:off x="7724279" y="554867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7" name="Rak pilkoppling 76">
            <a:extLst>
              <a:ext uri="{FF2B5EF4-FFF2-40B4-BE49-F238E27FC236}">
                <a16:creationId xmlns:a16="http://schemas.microsoft.com/office/drawing/2014/main" id="{FD57629A-73AA-4FA0-9A13-762BBCAE1EF3}"/>
              </a:ext>
            </a:extLst>
          </p:cNvPr>
          <p:cNvCxnSpPr/>
          <p:nvPr/>
        </p:nvCxnSpPr>
        <p:spPr>
          <a:xfrm flipV="1">
            <a:off x="5325488" y="5321160"/>
            <a:ext cx="191437" cy="18797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lips 77">
            <a:extLst>
              <a:ext uri="{FF2B5EF4-FFF2-40B4-BE49-F238E27FC236}">
                <a16:creationId xmlns:a16="http://schemas.microsoft.com/office/drawing/2014/main" id="{60340B14-FBC8-4BAA-8AAD-55D199AF412D}"/>
              </a:ext>
            </a:extLst>
          </p:cNvPr>
          <p:cNvSpPr/>
          <p:nvPr/>
        </p:nvSpPr>
        <p:spPr>
          <a:xfrm>
            <a:off x="5530273" y="524774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9" name="Ellips 78">
            <a:extLst>
              <a:ext uri="{FF2B5EF4-FFF2-40B4-BE49-F238E27FC236}">
                <a16:creationId xmlns:a16="http://schemas.microsoft.com/office/drawing/2014/main" id="{CFCB67C3-5B0C-4792-9EF8-813954A3FF3F}"/>
              </a:ext>
            </a:extLst>
          </p:cNvPr>
          <p:cNvSpPr/>
          <p:nvPr/>
        </p:nvSpPr>
        <p:spPr>
          <a:xfrm>
            <a:off x="6689738" y="525441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80" name="Rak pilkoppling 79">
            <a:extLst>
              <a:ext uri="{FF2B5EF4-FFF2-40B4-BE49-F238E27FC236}">
                <a16:creationId xmlns:a16="http://schemas.microsoft.com/office/drawing/2014/main" id="{35F9D7A3-CF84-4D60-8C57-23F54A442A31}"/>
              </a:ext>
            </a:extLst>
          </p:cNvPr>
          <p:cNvCxnSpPr/>
          <p:nvPr/>
        </p:nvCxnSpPr>
        <p:spPr>
          <a:xfrm>
            <a:off x="5617043" y="5271103"/>
            <a:ext cx="103932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ak pilkoppling 80">
            <a:extLst>
              <a:ext uri="{FF2B5EF4-FFF2-40B4-BE49-F238E27FC236}">
                <a16:creationId xmlns:a16="http://schemas.microsoft.com/office/drawing/2014/main" id="{8A992E55-E269-4DE8-8B9A-35C1C0F29F49}"/>
              </a:ext>
            </a:extLst>
          </p:cNvPr>
          <p:cNvCxnSpPr/>
          <p:nvPr/>
        </p:nvCxnSpPr>
        <p:spPr>
          <a:xfrm flipH="1" flipV="1">
            <a:off x="6756482" y="5332719"/>
            <a:ext cx="191437" cy="18797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upp 81">
            <a:extLst>
              <a:ext uri="{FF2B5EF4-FFF2-40B4-BE49-F238E27FC236}">
                <a16:creationId xmlns:a16="http://schemas.microsoft.com/office/drawing/2014/main" id="{031FD607-729F-4808-8DE6-2C20A4EC48FF}"/>
              </a:ext>
            </a:extLst>
          </p:cNvPr>
          <p:cNvGrpSpPr/>
          <p:nvPr/>
        </p:nvGrpSpPr>
        <p:grpSpPr>
          <a:xfrm>
            <a:off x="4625168" y="5328236"/>
            <a:ext cx="80542" cy="220436"/>
            <a:chOff x="1611163" y="3833956"/>
            <a:chExt cx="80542" cy="220436"/>
          </a:xfrm>
        </p:grpSpPr>
        <p:grpSp>
          <p:nvGrpSpPr>
            <p:cNvPr id="83" name="Grupp 82">
              <a:extLst>
                <a:ext uri="{FF2B5EF4-FFF2-40B4-BE49-F238E27FC236}">
                  <a16:creationId xmlns:a16="http://schemas.microsoft.com/office/drawing/2014/main" id="{8F4750F5-BE2A-472C-9EDB-CB54ED1B242C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86" name="Ellips 85">
                <a:extLst>
                  <a:ext uri="{FF2B5EF4-FFF2-40B4-BE49-F238E27FC236}">
                    <a16:creationId xmlns:a16="http://schemas.microsoft.com/office/drawing/2014/main" id="{E6883AEA-0765-4AA5-B861-CC92AAC79A69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87" name="Rak koppling 86">
                <a:extLst>
                  <a:ext uri="{FF2B5EF4-FFF2-40B4-BE49-F238E27FC236}">
                    <a16:creationId xmlns:a16="http://schemas.microsoft.com/office/drawing/2014/main" id="{492C98C7-781B-4B44-AF4B-6558FF8D16A4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Ellips 83">
              <a:extLst>
                <a:ext uri="{FF2B5EF4-FFF2-40B4-BE49-F238E27FC236}">
                  <a16:creationId xmlns:a16="http://schemas.microsoft.com/office/drawing/2014/main" id="{1F26CFC4-55CC-4CB1-8DA1-AF8BD066CEC7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5" name="Ellips 84">
              <a:extLst>
                <a:ext uri="{FF2B5EF4-FFF2-40B4-BE49-F238E27FC236}">
                  <a16:creationId xmlns:a16="http://schemas.microsoft.com/office/drawing/2014/main" id="{D646E6E0-03BC-4507-8436-567A75BC8399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88" name="Grupp 87">
            <a:extLst>
              <a:ext uri="{FF2B5EF4-FFF2-40B4-BE49-F238E27FC236}">
                <a16:creationId xmlns:a16="http://schemas.microsoft.com/office/drawing/2014/main" id="{4989C8D9-477E-4B25-A463-A99253695A2A}"/>
              </a:ext>
            </a:extLst>
          </p:cNvPr>
          <p:cNvGrpSpPr/>
          <p:nvPr/>
        </p:nvGrpSpPr>
        <p:grpSpPr>
          <a:xfrm>
            <a:off x="6575826" y="5033980"/>
            <a:ext cx="80542" cy="220436"/>
            <a:chOff x="1611163" y="3833956"/>
            <a:chExt cx="80542" cy="220436"/>
          </a:xfrm>
        </p:grpSpPr>
        <p:grpSp>
          <p:nvGrpSpPr>
            <p:cNvPr id="89" name="Grupp 88">
              <a:extLst>
                <a:ext uri="{FF2B5EF4-FFF2-40B4-BE49-F238E27FC236}">
                  <a16:creationId xmlns:a16="http://schemas.microsoft.com/office/drawing/2014/main" id="{1323CE8B-3916-4DA6-BAC5-14E5FDF2DC1C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92" name="Ellips 91">
                <a:extLst>
                  <a:ext uri="{FF2B5EF4-FFF2-40B4-BE49-F238E27FC236}">
                    <a16:creationId xmlns:a16="http://schemas.microsoft.com/office/drawing/2014/main" id="{615BAC7B-14D6-44E7-9521-1286D6812CB2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93" name="Rak koppling 92">
                <a:extLst>
                  <a:ext uri="{FF2B5EF4-FFF2-40B4-BE49-F238E27FC236}">
                    <a16:creationId xmlns:a16="http://schemas.microsoft.com/office/drawing/2014/main" id="{6FF7BB5C-D21F-467B-9864-D592CCEAB33D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Ellips 89">
              <a:extLst>
                <a:ext uri="{FF2B5EF4-FFF2-40B4-BE49-F238E27FC236}">
                  <a16:creationId xmlns:a16="http://schemas.microsoft.com/office/drawing/2014/main" id="{DFD4EFA2-11EF-4C91-BE56-36ECFFE2762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1" name="Ellips 90">
              <a:extLst>
                <a:ext uri="{FF2B5EF4-FFF2-40B4-BE49-F238E27FC236}">
                  <a16:creationId xmlns:a16="http://schemas.microsoft.com/office/drawing/2014/main" id="{74355B20-5921-4E98-A02F-E4AE91696B40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94" name="Grupp 93">
            <a:extLst>
              <a:ext uri="{FF2B5EF4-FFF2-40B4-BE49-F238E27FC236}">
                <a16:creationId xmlns:a16="http://schemas.microsoft.com/office/drawing/2014/main" id="{CD99CF37-64B5-426D-A57F-AD89648616B6}"/>
              </a:ext>
            </a:extLst>
          </p:cNvPr>
          <p:cNvGrpSpPr/>
          <p:nvPr/>
        </p:nvGrpSpPr>
        <p:grpSpPr>
          <a:xfrm>
            <a:off x="6576239" y="5332355"/>
            <a:ext cx="80542" cy="220436"/>
            <a:chOff x="1611163" y="3833956"/>
            <a:chExt cx="80542" cy="220436"/>
          </a:xfrm>
        </p:grpSpPr>
        <p:grpSp>
          <p:nvGrpSpPr>
            <p:cNvPr id="95" name="Grupp 94">
              <a:extLst>
                <a:ext uri="{FF2B5EF4-FFF2-40B4-BE49-F238E27FC236}">
                  <a16:creationId xmlns:a16="http://schemas.microsoft.com/office/drawing/2014/main" id="{31651A92-129F-4BEB-8276-6984C46590E7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98" name="Ellips 97">
                <a:extLst>
                  <a:ext uri="{FF2B5EF4-FFF2-40B4-BE49-F238E27FC236}">
                    <a16:creationId xmlns:a16="http://schemas.microsoft.com/office/drawing/2014/main" id="{DF036460-18DB-4399-B09B-1A44D5A52D8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99" name="Rak koppling 98">
                <a:extLst>
                  <a:ext uri="{FF2B5EF4-FFF2-40B4-BE49-F238E27FC236}">
                    <a16:creationId xmlns:a16="http://schemas.microsoft.com/office/drawing/2014/main" id="{2DD511D1-719C-4801-99E7-0DE434D15213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Ellips 95">
              <a:extLst>
                <a:ext uri="{FF2B5EF4-FFF2-40B4-BE49-F238E27FC236}">
                  <a16:creationId xmlns:a16="http://schemas.microsoft.com/office/drawing/2014/main" id="{8ADC3F93-8E9D-4AA4-A5F1-0B8D9BE6AE77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7" name="Ellips 96">
              <a:extLst>
                <a:ext uri="{FF2B5EF4-FFF2-40B4-BE49-F238E27FC236}">
                  <a16:creationId xmlns:a16="http://schemas.microsoft.com/office/drawing/2014/main" id="{D20DFE9F-95EC-44A1-8E30-07701B9BF9DB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00" name="Grupp 99">
            <a:extLst>
              <a:ext uri="{FF2B5EF4-FFF2-40B4-BE49-F238E27FC236}">
                <a16:creationId xmlns:a16="http://schemas.microsoft.com/office/drawing/2014/main" id="{6F05E38B-EBBA-4D43-BA2E-E5D2D1F8802A}"/>
              </a:ext>
            </a:extLst>
          </p:cNvPr>
          <p:cNvGrpSpPr/>
          <p:nvPr/>
        </p:nvGrpSpPr>
        <p:grpSpPr>
          <a:xfrm>
            <a:off x="7582112" y="5330254"/>
            <a:ext cx="80542" cy="220436"/>
            <a:chOff x="1611163" y="3833956"/>
            <a:chExt cx="80542" cy="220436"/>
          </a:xfrm>
        </p:grpSpPr>
        <p:grpSp>
          <p:nvGrpSpPr>
            <p:cNvPr id="101" name="Grupp 100">
              <a:extLst>
                <a:ext uri="{FF2B5EF4-FFF2-40B4-BE49-F238E27FC236}">
                  <a16:creationId xmlns:a16="http://schemas.microsoft.com/office/drawing/2014/main" id="{7D307178-CAC2-4BA0-A557-05C878B4BBC6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04" name="Ellips 103">
                <a:extLst>
                  <a:ext uri="{FF2B5EF4-FFF2-40B4-BE49-F238E27FC236}">
                    <a16:creationId xmlns:a16="http://schemas.microsoft.com/office/drawing/2014/main" id="{3CBD1329-00D0-46A9-A4A9-E42F477CA5F0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05" name="Rak koppling 104">
                <a:extLst>
                  <a:ext uri="{FF2B5EF4-FFF2-40B4-BE49-F238E27FC236}">
                    <a16:creationId xmlns:a16="http://schemas.microsoft.com/office/drawing/2014/main" id="{753721A7-BE2C-4CFA-AF30-30D710A50B7D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Ellips 101">
              <a:extLst>
                <a:ext uri="{FF2B5EF4-FFF2-40B4-BE49-F238E27FC236}">
                  <a16:creationId xmlns:a16="http://schemas.microsoft.com/office/drawing/2014/main" id="{3B2DBCCE-AFFC-491C-AE79-0AFD2576449B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3" name="Ellips 102">
              <a:extLst>
                <a:ext uri="{FF2B5EF4-FFF2-40B4-BE49-F238E27FC236}">
                  <a16:creationId xmlns:a16="http://schemas.microsoft.com/office/drawing/2014/main" id="{A2705B70-72B8-46E2-8160-686DC70A8BBF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06" name="textruta 105">
            <a:extLst>
              <a:ext uri="{FF2B5EF4-FFF2-40B4-BE49-F238E27FC236}">
                <a16:creationId xmlns:a16="http://schemas.microsoft.com/office/drawing/2014/main" id="{4406597B-57D6-4E74-BAB3-D349A1725DE1}"/>
              </a:ext>
            </a:extLst>
          </p:cNvPr>
          <p:cNvSpPr txBox="1"/>
          <p:nvPr/>
        </p:nvSpPr>
        <p:spPr>
          <a:xfrm>
            <a:off x="6145609" y="2398951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Y</a:t>
            </a:r>
          </a:p>
        </p:txBody>
      </p:sp>
      <p:sp>
        <p:nvSpPr>
          <p:cNvPr id="107" name="textruta 106">
            <a:extLst>
              <a:ext uri="{FF2B5EF4-FFF2-40B4-BE49-F238E27FC236}">
                <a16:creationId xmlns:a16="http://schemas.microsoft.com/office/drawing/2014/main" id="{E1392B82-AAAE-48F6-9038-363F1A852309}"/>
              </a:ext>
            </a:extLst>
          </p:cNvPr>
          <p:cNvSpPr txBox="1"/>
          <p:nvPr/>
        </p:nvSpPr>
        <p:spPr>
          <a:xfrm>
            <a:off x="6099609" y="5017435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#2</a:t>
            </a:r>
          </a:p>
        </p:txBody>
      </p:sp>
      <p:sp>
        <p:nvSpPr>
          <p:cNvPr id="108" name="textruta 107">
            <a:extLst>
              <a:ext uri="{FF2B5EF4-FFF2-40B4-BE49-F238E27FC236}">
                <a16:creationId xmlns:a16="http://schemas.microsoft.com/office/drawing/2014/main" id="{BB7A469F-4F15-4BD8-8AEE-44F69D1F1C16}"/>
              </a:ext>
            </a:extLst>
          </p:cNvPr>
          <p:cNvSpPr txBox="1"/>
          <p:nvPr/>
        </p:nvSpPr>
        <p:spPr>
          <a:xfrm>
            <a:off x="6115140" y="5314176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#1</a:t>
            </a:r>
          </a:p>
        </p:txBody>
      </p:sp>
      <p:grpSp>
        <p:nvGrpSpPr>
          <p:cNvPr id="109" name="Grupp 108">
            <a:extLst>
              <a:ext uri="{FF2B5EF4-FFF2-40B4-BE49-F238E27FC236}">
                <a16:creationId xmlns:a16="http://schemas.microsoft.com/office/drawing/2014/main" id="{E4DEA0BD-4D4F-4E62-B90C-4DEF6CCFE6D6}"/>
              </a:ext>
            </a:extLst>
          </p:cNvPr>
          <p:cNvGrpSpPr/>
          <p:nvPr/>
        </p:nvGrpSpPr>
        <p:grpSpPr>
          <a:xfrm>
            <a:off x="5670898" y="5037079"/>
            <a:ext cx="80542" cy="220436"/>
            <a:chOff x="1611163" y="3833956"/>
            <a:chExt cx="80542" cy="220436"/>
          </a:xfrm>
        </p:grpSpPr>
        <p:grpSp>
          <p:nvGrpSpPr>
            <p:cNvPr id="110" name="Grupp 109">
              <a:extLst>
                <a:ext uri="{FF2B5EF4-FFF2-40B4-BE49-F238E27FC236}">
                  <a16:creationId xmlns:a16="http://schemas.microsoft.com/office/drawing/2014/main" id="{B5A0C699-E3BD-4FC7-A174-C4F2A368963F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13" name="Ellips 112">
                <a:extLst>
                  <a:ext uri="{FF2B5EF4-FFF2-40B4-BE49-F238E27FC236}">
                    <a16:creationId xmlns:a16="http://schemas.microsoft.com/office/drawing/2014/main" id="{590B31DE-2A44-4828-AAD7-D07253C79B0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14" name="Rak koppling 113">
                <a:extLst>
                  <a:ext uri="{FF2B5EF4-FFF2-40B4-BE49-F238E27FC236}">
                    <a16:creationId xmlns:a16="http://schemas.microsoft.com/office/drawing/2014/main" id="{A735D140-90A9-461E-B49E-4DD4497B1493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" name="Ellips 110">
              <a:extLst>
                <a:ext uri="{FF2B5EF4-FFF2-40B4-BE49-F238E27FC236}">
                  <a16:creationId xmlns:a16="http://schemas.microsoft.com/office/drawing/2014/main" id="{9A8ED4AF-BE2E-4946-A142-479223AAA46D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2" name="Ellips 111">
              <a:extLst>
                <a:ext uri="{FF2B5EF4-FFF2-40B4-BE49-F238E27FC236}">
                  <a16:creationId xmlns:a16="http://schemas.microsoft.com/office/drawing/2014/main" id="{48B671DA-B2A5-47DB-88A1-3F52F4FAED4E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15" name="Grupp 114">
            <a:extLst>
              <a:ext uri="{FF2B5EF4-FFF2-40B4-BE49-F238E27FC236}">
                <a16:creationId xmlns:a16="http://schemas.microsoft.com/office/drawing/2014/main" id="{BD3C389C-2B04-48DB-8879-C09EE187EAD7}"/>
              </a:ext>
            </a:extLst>
          </p:cNvPr>
          <p:cNvGrpSpPr/>
          <p:nvPr/>
        </p:nvGrpSpPr>
        <p:grpSpPr>
          <a:xfrm>
            <a:off x="5671311" y="5335454"/>
            <a:ext cx="80542" cy="220436"/>
            <a:chOff x="1611163" y="3833956"/>
            <a:chExt cx="80542" cy="220436"/>
          </a:xfrm>
        </p:grpSpPr>
        <p:grpSp>
          <p:nvGrpSpPr>
            <p:cNvPr id="116" name="Grupp 115">
              <a:extLst>
                <a:ext uri="{FF2B5EF4-FFF2-40B4-BE49-F238E27FC236}">
                  <a16:creationId xmlns:a16="http://schemas.microsoft.com/office/drawing/2014/main" id="{9BF75E3C-E99A-4846-924A-CF67493BB41F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19" name="Ellips 118">
                <a:extLst>
                  <a:ext uri="{FF2B5EF4-FFF2-40B4-BE49-F238E27FC236}">
                    <a16:creationId xmlns:a16="http://schemas.microsoft.com/office/drawing/2014/main" id="{7E2AD8C9-3D36-40C0-834C-98196420A8B7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20" name="Rak koppling 119">
                <a:extLst>
                  <a:ext uri="{FF2B5EF4-FFF2-40B4-BE49-F238E27FC236}">
                    <a16:creationId xmlns:a16="http://schemas.microsoft.com/office/drawing/2014/main" id="{44DEF4D9-5B08-4CC5-925D-A28DE1097154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Ellips 116">
              <a:extLst>
                <a:ext uri="{FF2B5EF4-FFF2-40B4-BE49-F238E27FC236}">
                  <a16:creationId xmlns:a16="http://schemas.microsoft.com/office/drawing/2014/main" id="{7B04432D-D59D-45C6-9AF1-D057B347C007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8" name="Ellips 117">
              <a:extLst>
                <a:ext uri="{FF2B5EF4-FFF2-40B4-BE49-F238E27FC236}">
                  <a16:creationId xmlns:a16="http://schemas.microsoft.com/office/drawing/2014/main" id="{9E1B5204-32B3-4468-B1DE-C7A070D2B54F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121" name="Rak pilkoppling 120">
            <a:extLst>
              <a:ext uri="{FF2B5EF4-FFF2-40B4-BE49-F238E27FC236}">
                <a16:creationId xmlns:a16="http://schemas.microsoft.com/office/drawing/2014/main" id="{F47A4B8B-CBEE-4022-A696-06151DC8885A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6294047" y="2768283"/>
            <a:ext cx="5150" cy="326034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Rak pilkoppling 123">
            <a:extLst>
              <a:ext uri="{FF2B5EF4-FFF2-40B4-BE49-F238E27FC236}">
                <a16:creationId xmlns:a16="http://schemas.microsoft.com/office/drawing/2014/main" id="{154AEFE1-A8D5-4636-8024-77E3E035096C}"/>
              </a:ext>
            </a:extLst>
          </p:cNvPr>
          <p:cNvCxnSpPr>
            <a:cxnSpLocks/>
          </p:cNvCxnSpPr>
          <p:nvPr/>
        </p:nvCxnSpPr>
        <p:spPr>
          <a:xfrm>
            <a:off x="3705519" y="5583091"/>
            <a:ext cx="728259" cy="832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ruta 125">
            <a:extLst>
              <a:ext uri="{FF2B5EF4-FFF2-40B4-BE49-F238E27FC236}">
                <a16:creationId xmlns:a16="http://schemas.microsoft.com/office/drawing/2014/main" id="{01286698-B155-4DC2-9378-BA7D02584748}"/>
              </a:ext>
            </a:extLst>
          </p:cNvPr>
          <p:cNvSpPr txBox="1"/>
          <p:nvPr/>
        </p:nvSpPr>
        <p:spPr>
          <a:xfrm>
            <a:off x="3430973" y="3334574"/>
            <a:ext cx="1234599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Line</a:t>
            </a:r>
          </a:p>
        </p:txBody>
      </p:sp>
      <p:sp>
        <p:nvSpPr>
          <p:cNvPr id="127" name="textruta 126">
            <a:extLst>
              <a:ext uri="{FF2B5EF4-FFF2-40B4-BE49-F238E27FC236}">
                <a16:creationId xmlns:a16="http://schemas.microsoft.com/office/drawing/2014/main" id="{10B48E59-3762-4430-AF40-690A40EB2495}"/>
              </a:ext>
            </a:extLst>
          </p:cNvPr>
          <p:cNvSpPr txBox="1"/>
          <p:nvPr/>
        </p:nvSpPr>
        <p:spPr>
          <a:xfrm>
            <a:off x="4664420" y="3334135"/>
            <a:ext cx="1631319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endParaRPr lang="sv-SE" sz="1200" dirty="0"/>
          </a:p>
        </p:txBody>
      </p:sp>
      <p:sp>
        <p:nvSpPr>
          <p:cNvPr id="128" name="textruta 127">
            <a:extLst>
              <a:ext uri="{FF2B5EF4-FFF2-40B4-BE49-F238E27FC236}">
                <a16:creationId xmlns:a16="http://schemas.microsoft.com/office/drawing/2014/main" id="{7AC61409-1298-4264-90E8-F65B12ED0C6B}"/>
              </a:ext>
            </a:extLst>
          </p:cNvPr>
          <p:cNvSpPr txBox="1"/>
          <p:nvPr/>
        </p:nvSpPr>
        <p:spPr>
          <a:xfrm>
            <a:off x="2457319" y="3760004"/>
            <a:ext cx="987790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0" name="textruta 129">
            <a:extLst>
              <a:ext uri="{FF2B5EF4-FFF2-40B4-BE49-F238E27FC236}">
                <a16:creationId xmlns:a16="http://schemas.microsoft.com/office/drawing/2014/main" id="{BA00355D-4508-48AF-9306-90C5BDF36A0C}"/>
              </a:ext>
            </a:extLst>
          </p:cNvPr>
          <p:cNvSpPr txBox="1"/>
          <p:nvPr/>
        </p:nvSpPr>
        <p:spPr>
          <a:xfrm>
            <a:off x="3445109" y="3760004"/>
            <a:ext cx="1219311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1" name="textruta 130">
            <a:extLst>
              <a:ext uri="{FF2B5EF4-FFF2-40B4-BE49-F238E27FC236}">
                <a16:creationId xmlns:a16="http://schemas.microsoft.com/office/drawing/2014/main" id="{ACFF08D6-4F9D-4CF9-9309-C1B61E28C8FE}"/>
              </a:ext>
            </a:extLst>
          </p:cNvPr>
          <p:cNvSpPr txBox="1"/>
          <p:nvPr/>
        </p:nvSpPr>
        <p:spPr>
          <a:xfrm>
            <a:off x="4643915" y="3760004"/>
            <a:ext cx="1974619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2" name="textruta 131">
            <a:extLst>
              <a:ext uri="{FF2B5EF4-FFF2-40B4-BE49-F238E27FC236}">
                <a16:creationId xmlns:a16="http://schemas.microsoft.com/office/drawing/2014/main" id="{7D5D1CA8-03D9-444E-83EE-DC28C7A94DC1}"/>
              </a:ext>
            </a:extLst>
          </p:cNvPr>
          <p:cNvSpPr txBox="1"/>
          <p:nvPr/>
        </p:nvSpPr>
        <p:spPr>
          <a:xfrm>
            <a:off x="1364153" y="4188590"/>
            <a:ext cx="1190531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3" name="textruta 132">
            <a:extLst>
              <a:ext uri="{FF2B5EF4-FFF2-40B4-BE49-F238E27FC236}">
                <a16:creationId xmlns:a16="http://schemas.microsoft.com/office/drawing/2014/main" id="{93084ED5-0051-438E-A854-06980C8BB5CE}"/>
              </a:ext>
            </a:extLst>
          </p:cNvPr>
          <p:cNvSpPr txBox="1"/>
          <p:nvPr/>
        </p:nvSpPr>
        <p:spPr>
          <a:xfrm>
            <a:off x="2554704" y="4188590"/>
            <a:ext cx="26191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4" name="textruta 133">
            <a:extLst>
              <a:ext uri="{FF2B5EF4-FFF2-40B4-BE49-F238E27FC236}">
                <a16:creationId xmlns:a16="http://schemas.microsoft.com/office/drawing/2014/main" id="{16455D35-C2A7-4297-96BC-AFDFDFD96BD3}"/>
              </a:ext>
            </a:extLst>
          </p:cNvPr>
          <p:cNvSpPr txBox="1"/>
          <p:nvPr/>
        </p:nvSpPr>
        <p:spPr>
          <a:xfrm>
            <a:off x="2816620" y="4188590"/>
            <a:ext cx="80159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5" name="textruta 134">
            <a:extLst>
              <a:ext uri="{FF2B5EF4-FFF2-40B4-BE49-F238E27FC236}">
                <a16:creationId xmlns:a16="http://schemas.microsoft.com/office/drawing/2014/main" id="{FAD83847-D99D-4007-ACAF-67233E1CB47B}"/>
              </a:ext>
            </a:extLst>
          </p:cNvPr>
          <p:cNvSpPr txBox="1"/>
          <p:nvPr/>
        </p:nvSpPr>
        <p:spPr>
          <a:xfrm>
            <a:off x="3618230" y="4188590"/>
            <a:ext cx="944227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6" name="textruta 135">
            <a:extLst>
              <a:ext uri="{FF2B5EF4-FFF2-40B4-BE49-F238E27FC236}">
                <a16:creationId xmlns:a16="http://schemas.microsoft.com/office/drawing/2014/main" id="{682380CE-B010-4596-8DC1-62E2A50149D4}"/>
              </a:ext>
            </a:extLst>
          </p:cNvPr>
          <p:cNvSpPr txBox="1"/>
          <p:nvPr/>
        </p:nvSpPr>
        <p:spPr>
          <a:xfrm>
            <a:off x="4562478" y="4188590"/>
            <a:ext cx="72011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7" name="textruta 136">
            <a:extLst>
              <a:ext uri="{FF2B5EF4-FFF2-40B4-BE49-F238E27FC236}">
                <a16:creationId xmlns:a16="http://schemas.microsoft.com/office/drawing/2014/main" id="{4C6A3201-13ED-49FD-9176-B66BC64BC6C9}"/>
              </a:ext>
            </a:extLst>
          </p:cNvPr>
          <p:cNvSpPr txBox="1"/>
          <p:nvPr/>
        </p:nvSpPr>
        <p:spPr>
          <a:xfrm>
            <a:off x="6618534" y="3760003"/>
            <a:ext cx="1002336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8" name="textruta 137">
            <a:extLst>
              <a:ext uri="{FF2B5EF4-FFF2-40B4-BE49-F238E27FC236}">
                <a16:creationId xmlns:a16="http://schemas.microsoft.com/office/drawing/2014/main" id="{6B00E017-2540-4E07-BE0C-9E23527CF018}"/>
              </a:ext>
            </a:extLst>
          </p:cNvPr>
          <p:cNvSpPr txBox="1"/>
          <p:nvPr/>
        </p:nvSpPr>
        <p:spPr>
          <a:xfrm>
            <a:off x="5292545" y="4188589"/>
            <a:ext cx="26191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9" name="textruta 138">
            <a:extLst>
              <a:ext uri="{FF2B5EF4-FFF2-40B4-BE49-F238E27FC236}">
                <a16:creationId xmlns:a16="http://schemas.microsoft.com/office/drawing/2014/main" id="{17C88CA2-9B07-48E9-856C-986F699DC95D}"/>
              </a:ext>
            </a:extLst>
          </p:cNvPr>
          <p:cNvSpPr txBox="1"/>
          <p:nvPr/>
        </p:nvSpPr>
        <p:spPr>
          <a:xfrm>
            <a:off x="490122" y="3739194"/>
            <a:ext cx="10996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/>
              <a:t>Signal </a:t>
            </a:r>
            <a:r>
              <a:rPr lang="sv-SE" sz="1600" dirty="0" err="1"/>
              <a:t>path</a:t>
            </a:r>
            <a:endParaRPr lang="sv-SE" sz="1600" dirty="0"/>
          </a:p>
        </p:txBody>
      </p:sp>
      <p:sp>
        <p:nvSpPr>
          <p:cNvPr id="140" name="textruta 139">
            <a:extLst>
              <a:ext uri="{FF2B5EF4-FFF2-40B4-BE49-F238E27FC236}">
                <a16:creationId xmlns:a16="http://schemas.microsoft.com/office/drawing/2014/main" id="{4BD4126B-D3B7-4113-B9D9-4B65B709D12C}"/>
              </a:ext>
            </a:extLst>
          </p:cNvPr>
          <p:cNvSpPr txBox="1"/>
          <p:nvPr/>
        </p:nvSpPr>
        <p:spPr>
          <a:xfrm>
            <a:off x="513337" y="4158149"/>
            <a:ext cx="15884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/>
              <a:t>Segment </a:t>
            </a:r>
            <a:r>
              <a:rPr lang="sv-SE" sz="1600" dirty="0" err="1"/>
              <a:t>profiles</a:t>
            </a:r>
            <a:endParaRPr lang="sv-SE" sz="1600" dirty="0"/>
          </a:p>
        </p:txBody>
      </p:sp>
      <p:sp>
        <p:nvSpPr>
          <p:cNvPr id="141" name="textruta 140">
            <a:extLst>
              <a:ext uri="{FF2B5EF4-FFF2-40B4-BE49-F238E27FC236}">
                <a16:creationId xmlns:a16="http://schemas.microsoft.com/office/drawing/2014/main" id="{D1425297-F6B5-4EBF-9D6C-0B5CE4BDCD86}"/>
              </a:ext>
            </a:extLst>
          </p:cNvPr>
          <p:cNvSpPr txBox="1"/>
          <p:nvPr/>
        </p:nvSpPr>
        <p:spPr>
          <a:xfrm>
            <a:off x="4648369" y="2902307"/>
            <a:ext cx="2970196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r>
              <a:rPr lang="sv-SE" sz="1200" dirty="0"/>
              <a:t> - </a:t>
            </a:r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142" name="textruta 141">
            <a:extLst>
              <a:ext uri="{FF2B5EF4-FFF2-40B4-BE49-F238E27FC236}">
                <a16:creationId xmlns:a16="http://schemas.microsoft.com/office/drawing/2014/main" id="{35C96B92-731E-4E6E-BA90-FF9351A39B7F}"/>
              </a:ext>
            </a:extLst>
          </p:cNvPr>
          <p:cNvSpPr txBox="1"/>
          <p:nvPr/>
        </p:nvSpPr>
        <p:spPr>
          <a:xfrm>
            <a:off x="6299215" y="3334134"/>
            <a:ext cx="1319350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143" name="textruta 142">
            <a:extLst>
              <a:ext uri="{FF2B5EF4-FFF2-40B4-BE49-F238E27FC236}">
                <a16:creationId xmlns:a16="http://schemas.microsoft.com/office/drawing/2014/main" id="{3CC49DAB-C80E-4E71-A97B-5BA18E0D98A9}"/>
              </a:ext>
            </a:extLst>
          </p:cNvPr>
          <p:cNvSpPr txBox="1"/>
          <p:nvPr/>
        </p:nvSpPr>
        <p:spPr>
          <a:xfrm>
            <a:off x="510484" y="3333205"/>
            <a:ext cx="1626801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44" name="textruta 143">
            <a:extLst>
              <a:ext uri="{FF2B5EF4-FFF2-40B4-BE49-F238E27FC236}">
                <a16:creationId xmlns:a16="http://schemas.microsoft.com/office/drawing/2014/main" id="{5BF9FBD1-8508-4812-B5D0-FBFB230E4C9C}"/>
              </a:ext>
            </a:extLst>
          </p:cNvPr>
          <p:cNvSpPr txBox="1"/>
          <p:nvPr/>
        </p:nvSpPr>
        <p:spPr>
          <a:xfrm>
            <a:off x="5548040" y="4188589"/>
            <a:ext cx="120176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45" name="textruta 144">
            <a:extLst>
              <a:ext uri="{FF2B5EF4-FFF2-40B4-BE49-F238E27FC236}">
                <a16:creationId xmlns:a16="http://schemas.microsoft.com/office/drawing/2014/main" id="{2C860756-B571-4FB9-B3D4-DF6A0A16B0ED}"/>
              </a:ext>
            </a:extLst>
          </p:cNvPr>
          <p:cNvSpPr txBox="1"/>
          <p:nvPr/>
        </p:nvSpPr>
        <p:spPr>
          <a:xfrm>
            <a:off x="6758899" y="4188589"/>
            <a:ext cx="26911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46" name="textruta 145">
            <a:extLst>
              <a:ext uri="{FF2B5EF4-FFF2-40B4-BE49-F238E27FC236}">
                <a16:creationId xmlns:a16="http://schemas.microsoft.com/office/drawing/2014/main" id="{51CC0C12-6FF5-4972-A248-7856F288D02E}"/>
              </a:ext>
            </a:extLst>
          </p:cNvPr>
          <p:cNvSpPr txBox="1"/>
          <p:nvPr/>
        </p:nvSpPr>
        <p:spPr>
          <a:xfrm>
            <a:off x="7024347" y="4188589"/>
            <a:ext cx="73059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47" name="Ellips 146">
            <a:extLst>
              <a:ext uri="{FF2B5EF4-FFF2-40B4-BE49-F238E27FC236}">
                <a16:creationId xmlns:a16="http://schemas.microsoft.com/office/drawing/2014/main" id="{BDE95E64-39CE-480F-9F51-C6A5F545E6AA}"/>
              </a:ext>
            </a:extLst>
          </p:cNvPr>
          <p:cNvSpPr/>
          <p:nvPr/>
        </p:nvSpPr>
        <p:spPr>
          <a:xfrm>
            <a:off x="7719701" y="5551134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48" name="Rak pilkoppling 147">
            <a:extLst>
              <a:ext uri="{FF2B5EF4-FFF2-40B4-BE49-F238E27FC236}">
                <a16:creationId xmlns:a16="http://schemas.microsoft.com/office/drawing/2014/main" id="{FCD7C0BD-F078-444E-8E44-110D53930B9C}"/>
              </a:ext>
            </a:extLst>
          </p:cNvPr>
          <p:cNvCxnSpPr/>
          <p:nvPr/>
        </p:nvCxnSpPr>
        <p:spPr>
          <a:xfrm flipV="1">
            <a:off x="8766726" y="5561453"/>
            <a:ext cx="610851" cy="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Rak pilkoppling 148">
            <a:extLst>
              <a:ext uri="{FF2B5EF4-FFF2-40B4-BE49-F238E27FC236}">
                <a16:creationId xmlns:a16="http://schemas.microsoft.com/office/drawing/2014/main" id="{FA5A95D1-EAD6-41EA-BE43-4DB4C2DA727B}"/>
              </a:ext>
            </a:extLst>
          </p:cNvPr>
          <p:cNvCxnSpPr/>
          <p:nvPr/>
        </p:nvCxnSpPr>
        <p:spPr>
          <a:xfrm>
            <a:off x="9523063" y="5568465"/>
            <a:ext cx="1563712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Ellips 149">
            <a:extLst>
              <a:ext uri="{FF2B5EF4-FFF2-40B4-BE49-F238E27FC236}">
                <a16:creationId xmlns:a16="http://schemas.microsoft.com/office/drawing/2014/main" id="{C5AD74EC-94A6-4435-8A44-BDBA8B5FDD2F}"/>
              </a:ext>
            </a:extLst>
          </p:cNvPr>
          <p:cNvSpPr/>
          <p:nvPr/>
        </p:nvSpPr>
        <p:spPr>
          <a:xfrm>
            <a:off x="8663948" y="5538430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1" name="Ellips 150">
            <a:extLst>
              <a:ext uri="{FF2B5EF4-FFF2-40B4-BE49-F238E27FC236}">
                <a16:creationId xmlns:a16="http://schemas.microsoft.com/office/drawing/2014/main" id="{D85BEB34-58F4-43C4-8E44-EC3FAD4AA6BB}"/>
              </a:ext>
            </a:extLst>
          </p:cNvPr>
          <p:cNvSpPr/>
          <p:nvPr/>
        </p:nvSpPr>
        <p:spPr>
          <a:xfrm>
            <a:off x="9420285" y="5538430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2" name="Ellips 151">
            <a:extLst>
              <a:ext uri="{FF2B5EF4-FFF2-40B4-BE49-F238E27FC236}">
                <a16:creationId xmlns:a16="http://schemas.microsoft.com/office/drawing/2014/main" id="{DA75E28D-542D-45FA-B2AA-F627633330DF}"/>
              </a:ext>
            </a:extLst>
          </p:cNvPr>
          <p:cNvSpPr/>
          <p:nvPr/>
        </p:nvSpPr>
        <p:spPr>
          <a:xfrm>
            <a:off x="11129483" y="5538430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53" name="Rak pilkoppling 152">
            <a:extLst>
              <a:ext uri="{FF2B5EF4-FFF2-40B4-BE49-F238E27FC236}">
                <a16:creationId xmlns:a16="http://schemas.microsoft.com/office/drawing/2014/main" id="{E49207DB-B53D-462F-B529-47ED2C5D42A3}"/>
              </a:ext>
            </a:extLst>
          </p:cNvPr>
          <p:cNvCxnSpPr/>
          <p:nvPr/>
        </p:nvCxnSpPr>
        <p:spPr>
          <a:xfrm flipV="1">
            <a:off x="11232261" y="5558352"/>
            <a:ext cx="610851" cy="310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Ellips 153">
            <a:extLst>
              <a:ext uri="{FF2B5EF4-FFF2-40B4-BE49-F238E27FC236}">
                <a16:creationId xmlns:a16="http://schemas.microsoft.com/office/drawing/2014/main" id="{F6DF0374-98E1-4FF1-A742-F387FB0106CC}"/>
              </a:ext>
            </a:extLst>
          </p:cNvPr>
          <p:cNvSpPr/>
          <p:nvPr/>
        </p:nvSpPr>
        <p:spPr>
          <a:xfrm>
            <a:off x="11885820" y="5538430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55" name="Rak pilkoppling 154">
            <a:extLst>
              <a:ext uri="{FF2B5EF4-FFF2-40B4-BE49-F238E27FC236}">
                <a16:creationId xmlns:a16="http://schemas.microsoft.com/office/drawing/2014/main" id="{2C4C1969-E3C9-442E-8F79-CE8CC7B969FC}"/>
              </a:ext>
            </a:extLst>
          </p:cNvPr>
          <p:cNvCxnSpPr/>
          <p:nvPr/>
        </p:nvCxnSpPr>
        <p:spPr>
          <a:xfrm flipV="1">
            <a:off x="9487029" y="5310918"/>
            <a:ext cx="191437" cy="1879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Ellips 155">
            <a:extLst>
              <a:ext uri="{FF2B5EF4-FFF2-40B4-BE49-F238E27FC236}">
                <a16:creationId xmlns:a16="http://schemas.microsoft.com/office/drawing/2014/main" id="{23D4B5A6-79F6-41B8-9D28-1D88A7E281F6}"/>
              </a:ext>
            </a:extLst>
          </p:cNvPr>
          <p:cNvSpPr/>
          <p:nvPr/>
        </p:nvSpPr>
        <p:spPr>
          <a:xfrm>
            <a:off x="9691814" y="5237500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57" name="Ellips 156">
            <a:extLst>
              <a:ext uri="{FF2B5EF4-FFF2-40B4-BE49-F238E27FC236}">
                <a16:creationId xmlns:a16="http://schemas.microsoft.com/office/drawing/2014/main" id="{97B1076D-66F5-4D9B-A448-E5F95DD73923}"/>
              </a:ext>
            </a:extLst>
          </p:cNvPr>
          <p:cNvSpPr/>
          <p:nvPr/>
        </p:nvSpPr>
        <p:spPr>
          <a:xfrm>
            <a:off x="10851279" y="5244174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58" name="Rak pilkoppling 157">
            <a:extLst>
              <a:ext uri="{FF2B5EF4-FFF2-40B4-BE49-F238E27FC236}">
                <a16:creationId xmlns:a16="http://schemas.microsoft.com/office/drawing/2014/main" id="{99E12614-5DB2-444E-84AE-004A6247D3F1}"/>
              </a:ext>
            </a:extLst>
          </p:cNvPr>
          <p:cNvCxnSpPr/>
          <p:nvPr/>
        </p:nvCxnSpPr>
        <p:spPr>
          <a:xfrm>
            <a:off x="9778584" y="5260861"/>
            <a:ext cx="1039325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Rak pilkoppling 158">
            <a:extLst>
              <a:ext uri="{FF2B5EF4-FFF2-40B4-BE49-F238E27FC236}">
                <a16:creationId xmlns:a16="http://schemas.microsoft.com/office/drawing/2014/main" id="{5E0CCF97-27FD-4C31-A8C5-5ACAD7803F28}"/>
              </a:ext>
            </a:extLst>
          </p:cNvPr>
          <p:cNvCxnSpPr/>
          <p:nvPr/>
        </p:nvCxnSpPr>
        <p:spPr>
          <a:xfrm flipH="1" flipV="1">
            <a:off x="10918023" y="5322477"/>
            <a:ext cx="191437" cy="1879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0" name="Grupp 159">
            <a:extLst>
              <a:ext uri="{FF2B5EF4-FFF2-40B4-BE49-F238E27FC236}">
                <a16:creationId xmlns:a16="http://schemas.microsoft.com/office/drawing/2014/main" id="{2041B008-2059-4AA6-BA4F-FAC8187678D0}"/>
              </a:ext>
            </a:extLst>
          </p:cNvPr>
          <p:cNvGrpSpPr/>
          <p:nvPr/>
        </p:nvGrpSpPr>
        <p:grpSpPr>
          <a:xfrm>
            <a:off x="8786709" y="5317994"/>
            <a:ext cx="80542" cy="220436"/>
            <a:chOff x="1611163" y="3833956"/>
            <a:chExt cx="80542" cy="220436"/>
          </a:xfrm>
        </p:grpSpPr>
        <p:grpSp>
          <p:nvGrpSpPr>
            <p:cNvPr id="161" name="Grupp 160">
              <a:extLst>
                <a:ext uri="{FF2B5EF4-FFF2-40B4-BE49-F238E27FC236}">
                  <a16:creationId xmlns:a16="http://schemas.microsoft.com/office/drawing/2014/main" id="{605E7355-E0F1-47E9-92F1-88887FC8D539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64" name="Ellips 163">
                <a:extLst>
                  <a:ext uri="{FF2B5EF4-FFF2-40B4-BE49-F238E27FC236}">
                    <a16:creationId xmlns:a16="http://schemas.microsoft.com/office/drawing/2014/main" id="{FF330CCA-66E0-4159-B32E-AEEFF4FC1AC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65" name="Rak koppling 164">
                <a:extLst>
                  <a:ext uri="{FF2B5EF4-FFF2-40B4-BE49-F238E27FC236}">
                    <a16:creationId xmlns:a16="http://schemas.microsoft.com/office/drawing/2014/main" id="{9AB2157F-1647-4D3F-96DE-EFA4D10DFACE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2" name="Ellips 161">
              <a:extLst>
                <a:ext uri="{FF2B5EF4-FFF2-40B4-BE49-F238E27FC236}">
                  <a16:creationId xmlns:a16="http://schemas.microsoft.com/office/drawing/2014/main" id="{75B8BAF4-70D4-4CF6-86C7-CCEC7BA0E423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63" name="Ellips 162">
              <a:extLst>
                <a:ext uri="{FF2B5EF4-FFF2-40B4-BE49-F238E27FC236}">
                  <a16:creationId xmlns:a16="http://schemas.microsoft.com/office/drawing/2014/main" id="{1026576C-6059-4DF0-AE17-C1C2CF84B615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66" name="Grupp 165">
            <a:extLst>
              <a:ext uri="{FF2B5EF4-FFF2-40B4-BE49-F238E27FC236}">
                <a16:creationId xmlns:a16="http://schemas.microsoft.com/office/drawing/2014/main" id="{1C0CC0E6-8F0B-4F1E-BE6A-79FCB2E47912}"/>
              </a:ext>
            </a:extLst>
          </p:cNvPr>
          <p:cNvGrpSpPr/>
          <p:nvPr/>
        </p:nvGrpSpPr>
        <p:grpSpPr>
          <a:xfrm>
            <a:off x="10737367" y="5023738"/>
            <a:ext cx="80542" cy="220436"/>
            <a:chOff x="1611163" y="3833956"/>
            <a:chExt cx="80542" cy="220436"/>
          </a:xfrm>
        </p:grpSpPr>
        <p:grpSp>
          <p:nvGrpSpPr>
            <p:cNvPr id="167" name="Grupp 166">
              <a:extLst>
                <a:ext uri="{FF2B5EF4-FFF2-40B4-BE49-F238E27FC236}">
                  <a16:creationId xmlns:a16="http://schemas.microsoft.com/office/drawing/2014/main" id="{89E24AF7-E324-4B8B-95B6-604C69EA932A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70" name="Ellips 169">
                <a:extLst>
                  <a:ext uri="{FF2B5EF4-FFF2-40B4-BE49-F238E27FC236}">
                    <a16:creationId xmlns:a16="http://schemas.microsoft.com/office/drawing/2014/main" id="{18ED047B-F06E-4B06-AD85-89F97A02A543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71" name="Rak koppling 170">
                <a:extLst>
                  <a:ext uri="{FF2B5EF4-FFF2-40B4-BE49-F238E27FC236}">
                    <a16:creationId xmlns:a16="http://schemas.microsoft.com/office/drawing/2014/main" id="{1AA17D25-9FF0-4055-90E1-7CE1D54AADE0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8" name="Ellips 167">
              <a:extLst>
                <a:ext uri="{FF2B5EF4-FFF2-40B4-BE49-F238E27FC236}">
                  <a16:creationId xmlns:a16="http://schemas.microsoft.com/office/drawing/2014/main" id="{CB170F2B-985B-48FE-B0D2-2C4A3A2A21AF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69" name="Ellips 168">
              <a:extLst>
                <a:ext uri="{FF2B5EF4-FFF2-40B4-BE49-F238E27FC236}">
                  <a16:creationId xmlns:a16="http://schemas.microsoft.com/office/drawing/2014/main" id="{4EB1017A-960F-4F5B-88E7-CCABEDA30DEC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72" name="Grupp 171">
            <a:extLst>
              <a:ext uri="{FF2B5EF4-FFF2-40B4-BE49-F238E27FC236}">
                <a16:creationId xmlns:a16="http://schemas.microsoft.com/office/drawing/2014/main" id="{1EC27F58-0F91-49A3-AEB2-2908F82E451F}"/>
              </a:ext>
            </a:extLst>
          </p:cNvPr>
          <p:cNvGrpSpPr/>
          <p:nvPr/>
        </p:nvGrpSpPr>
        <p:grpSpPr>
          <a:xfrm>
            <a:off x="10737780" y="5322113"/>
            <a:ext cx="80542" cy="220436"/>
            <a:chOff x="1611163" y="3833956"/>
            <a:chExt cx="80542" cy="220436"/>
          </a:xfrm>
        </p:grpSpPr>
        <p:grpSp>
          <p:nvGrpSpPr>
            <p:cNvPr id="173" name="Grupp 172">
              <a:extLst>
                <a:ext uri="{FF2B5EF4-FFF2-40B4-BE49-F238E27FC236}">
                  <a16:creationId xmlns:a16="http://schemas.microsoft.com/office/drawing/2014/main" id="{B4C9B652-932D-4415-B348-CD738E004761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76" name="Ellips 175">
                <a:extLst>
                  <a:ext uri="{FF2B5EF4-FFF2-40B4-BE49-F238E27FC236}">
                    <a16:creationId xmlns:a16="http://schemas.microsoft.com/office/drawing/2014/main" id="{C35B1747-1BD7-4319-86AF-F1B8CB8821A8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77" name="Rak koppling 176">
                <a:extLst>
                  <a:ext uri="{FF2B5EF4-FFF2-40B4-BE49-F238E27FC236}">
                    <a16:creationId xmlns:a16="http://schemas.microsoft.com/office/drawing/2014/main" id="{788075FA-99C3-48B2-BEA6-8CFD8320EE56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4" name="Ellips 173">
              <a:extLst>
                <a:ext uri="{FF2B5EF4-FFF2-40B4-BE49-F238E27FC236}">
                  <a16:creationId xmlns:a16="http://schemas.microsoft.com/office/drawing/2014/main" id="{B7D5F3B5-AFA2-4A14-8F68-5EBB98261BD9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75" name="Ellips 174">
              <a:extLst>
                <a:ext uri="{FF2B5EF4-FFF2-40B4-BE49-F238E27FC236}">
                  <a16:creationId xmlns:a16="http://schemas.microsoft.com/office/drawing/2014/main" id="{7622DA2B-4E9E-4B77-8D1A-7CFE649D9ECF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78" name="Grupp 177">
            <a:extLst>
              <a:ext uri="{FF2B5EF4-FFF2-40B4-BE49-F238E27FC236}">
                <a16:creationId xmlns:a16="http://schemas.microsoft.com/office/drawing/2014/main" id="{60EB87D8-8431-427E-8F05-C4CF9730483F}"/>
              </a:ext>
            </a:extLst>
          </p:cNvPr>
          <p:cNvGrpSpPr/>
          <p:nvPr/>
        </p:nvGrpSpPr>
        <p:grpSpPr>
          <a:xfrm>
            <a:off x="11743653" y="5320012"/>
            <a:ext cx="80542" cy="220436"/>
            <a:chOff x="1611163" y="3833956"/>
            <a:chExt cx="80542" cy="220436"/>
          </a:xfrm>
        </p:grpSpPr>
        <p:grpSp>
          <p:nvGrpSpPr>
            <p:cNvPr id="179" name="Grupp 178">
              <a:extLst>
                <a:ext uri="{FF2B5EF4-FFF2-40B4-BE49-F238E27FC236}">
                  <a16:creationId xmlns:a16="http://schemas.microsoft.com/office/drawing/2014/main" id="{5C60A082-2332-4E4C-92C1-128909D78523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82" name="Ellips 181">
                <a:extLst>
                  <a:ext uri="{FF2B5EF4-FFF2-40B4-BE49-F238E27FC236}">
                    <a16:creationId xmlns:a16="http://schemas.microsoft.com/office/drawing/2014/main" id="{B5C87B87-3E98-45EB-9157-A603C3E1CC0A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83" name="Rak koppling 182">
                <a:extLst>
                  <a:ext uri="{FF2B5EF4-FFF2-40B4-BE49-F238E27FC236}">
                    <a16:creationId xmlns:a16="http://schemas.microsoft.com/office/drawing/2014/main" id="{BA6F0771-7DB3-4048-B614-31F72D784B13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0" name="Ellips 179">
              <a:extLst>
                <a:ext uri="{FF2B5EF4-FFF2-40B4-BE49-F238E27FC236}">
                  <a16:creationId xmlns:a16="http://schemas.microsoft.com/office/drawing/2014/main" id="{8392308C-14BD-44B8-8750-9AA3651611B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81" name="Ellips 180">
              <a:extLst>
                <a:ext uri="{FF2B5EF4-FFF2-40B4-BE49-F238E27FC236}">
                  <a16:creationId xmlns:a16="http://schemas.microsoft.com/office/drawing/2014/main" id="{40B93135-C28F-499A-B49B-4E6578FB96C8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84" name="textruta 183">
            <a:extLst>
              <a:ext uri="{FF2B5EF4-FFF2-40B4-BE49-F238E27FC236}">
                <a16:creationId xmlns:a16="http://schemas.microsoft.com/office/drawing/2014/main" id="{EDFEB2D5-BCF1-43BF-94A6-FCE530203BC9}"/>
              </a:ext>
            </a:extLst>
          </p:cNvPr>
          <p:cNvSpPr txBox="1"/>
          <p:nvPr/>
        </p:nvSpPr>
        <p:spPr>
          <a:xfrm>
            <a:off x="10280771" y="5012906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#2</a:t>
            </a:r>
          </a:p>
        </p:txBody>
      </p:sp>
      <p:sp>
        <p:nvSpPr>
          <p:cNvPr id="185" name="textruta 184">
            <a:extLst>
              <a:ext uri="{FF2B5EF4-FFF2-40B4-BE49-F238E27FC236}">
                <a16:creationId xmlns:a16="http://schemas.microsoft.com/office/drawing/2014/main" id="{7918A5D3-7C23-46EC-BC84-6F4805EA4E67}"/>
              </a:ext>
            </a:extLst>
          </p:cNvPr>
          <p:cNvSpPr txBox="1"/>
          <p:nvPr/>
        </p:nvSpPr>
        <p:spPr>
          <a:xfrm>
            <a:off x="10276681" y="5303934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#1</a:t>
            </a:r>
          </a:p>
        </p:txBody>
      </p:sp>
      <p:grpSp>
        <p:nvGrpSpPr>
          <p:cNvPr id="186" name="Grupp 185">
            <a:extLst>
              <a:ext uri="{FF2B5EF4-FFF2-40B4-BE49-F238E27FC236}">
                <a16:creationId xmlns:a16="http://schemas.microsoft.com/office/drawing/2014/main" id="{8A1B1B5E-4C91-46B4-907C-6AF85FE91ABC}"/>
              </a:ext>
            </a:extLst>
          </p:cNvPr>
          <p:cNvGrpSpPr/>
          <p:nvPr/>
        </p:nvGrpSpPr>
        <p:grpSpPr>
          <a:xfrm>
            <a:off x="9832439" y="5026837"/>
            <a:ext cx="80542" cy="220436"/>
            <a:chOff x="1611163" y="3833956"/>
            <a:chExt cx="80542" cy="220436"/>
          </a:xfrm>
        </p:grpSpPr>
        <p:grpSp>
          <p:nvGrpSpPr>
            <p:cNvPr id="187" name="Grupp 186">
              <a:extLst>
                <a:ext uri="{FF2B5EF4-FFF2-40B4-BE49-F238E27FC236}">
                  <a16:creationId xmlns:a16="http://schemas.microsoft.com/office/drawing/2014/main" id="{8875E6D0-F365-403F-AB3A-EEB9C1586A23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90" name="Ellips 189">
                <a:extLst>
                  <a:ext uri="{FF2B5EF4-FFF2-40B4-BE49-F238E27FC236}">
                    <a16:creationId xmlns:a16="http://schemas.microsoft.com/office/drawing/2014/main" id="{F0BC5111-9CED-4C2A-9DDF-7C972F098B55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91" name="Rak koppling 190">
                <a:extLst>
                  <a:ext uri="{FF2B5EF4-FFF2-40B4-BE49-F238E27FC236}">
                    <a16:creationId xmlns:a16="http://schemas.microsoft.com/office/drawing/2014/main" id="{BDB7BDC1-2CE6-4CE8-81E1-0F5621A62581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8" name="Ellips 187">
              <a:extLst>
                <a:ext uri="{FF2B5EF4-FFF2-40B4-BE49-F238E27FC236}">
                  <a16:creationId xmlns:a16="http://schemas.microsoft.com/office/drawing/2014/main" id="{DB82934D-742C-4BB5-9005-39F25863C0D2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89" name="Ellips 188">
              <a:extLst>
                <a:ext uri="{FF2B5EF4-FFF2-40B4-BE49-F238E27FC236}">
                  <a16:creationId xmlns:a16="http://schemas.microsoft.com/office/drawing/2014/main" id="{BDF4C599-8422-4904-A50C-89FA338F06B8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92" name="Grupp 191">
            <a:extLst>
              <a:ext uri="{FF2B5EF4-FFF2-40B4-BE49-F238E27FC236}">
                <a16:creationId xmlns:a16="http://schemas.microsoft.com/office/drawing/2014/main" id="{57DC2258-2DA3-4593-9255-C23AF744B514}"/>
              </a:ext>
            </a:extLst>
          </p:cNvPr>
          <p:cNvGrpSpPr/>
          <p:nvPr/>
        </p:nvGrpSpPr>
        <p:grpSpPr>
          <a:xfrm>
            <a:off x="9832852" y="5325212"/>
            <a:ext cx="80542" cy="220436"/>
            <a:chOff x="1611163" y="3833956"/>
            <a:chExt cx="80542" cy="220436"/>
          </a:xfrm>
        </p:grpSpPr>
        <p:grpSp>
          <p:nvGrpSpPr>
            <p:cNvPr id="193" name="Grupp 192">
              <a:extLst>
                <a:ext uri="{FF2B5EF4-FFF2-40B4-BE49-F238E27FC236}">
                  <a16:creationId xmlns:a16="http://schemas.microsoft.com/office/drawing/2014/main" id="{B43F49BB-4F44-479D-BF9F-75D90114CE36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96" name="Ellips 195">
                <a:extLst>
                  <a:ext uri="{FF2B5EF4-FFF2-40B4-BE49-F238E27FC236}">
                    <a16:creationId xmlns:a16="http://schemas.microsoft.com/office/drawing/2014/main" id="{BE732414-57E3-4364-91CD-28850B049E4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97" name="Rak koppling 196">
                <a:extLst>
                  <a:ext uri="{FF2B5EF4-FFF2-40B4-BE49-F238E27FC236}">
                    <a16:creationId xmlns:a16="http://schemas.microsoft.com/office/drawing/2014/main" id="{790D0F39-D9F9-422F-A642-15AC8ECCB671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4" name="Ellips 193">
              <a:extLst>
                <a:ext uri="{FF2B5EF4-FFF2-40B4-BE49-F238E27FC236}">
                  <a16:creationId xmlns:a16="http://schemas.microsoft.com/office/drawing/2014/main" id="{263CA28C-A042-45D4-9A44-C1E2B238B75F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95" name="Ellips 194">
              <a:extLst>
                <a:ext uri="{FF2B5EF4-FFF2-40B4-BE49-F238E27FC236}">
                  <a16:creationId xmlns:a16="http://schemas.microsoft.com/office/drawing/2014/main" id="{01FBEF19-0876-49A5-95AE-CF7D71460573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198" name="Rak pilkoppling 197">
            <a:extLst>
              <a:ext uri="{FF2B5EF4-FFF2-40B4-BE49-F238E27FC236}">
                <a16:creationId xmlns:a16="http://schemas.microsoft.com/office/drawing/2014/main" id="{7FF71E30-AE5D-47ED-8B3A-3D4017D8A5A5}"/>
              </a:ext>
            </a:extLst>
          </p:cNvPr>
          <p:cNvCxnSpPr>
            <a:cxnSpLocks/>
          </p:cNvCxnSpPr>
          <p:nvPr/>
        </p:nvCxnSpPr>
        <p:spPr>
          <a:xfrm>
            <a:off x="7867060" y="5572849"/>
            <a:ext cx="728259" cy="832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ruta 7">
            <a:extLst>
              <a:ext uri="{FF2B5EF4-FFF2-40B4-BE49-F238E27FC236}">
                <a16:creationId xmlns:a16="http://schemas.microsoft.com/office/drawing/2014/main" id="{00FE6C52-0795-4ACA-A741-875C7B41C76F}"/>
              </a:ext>
            </a:extLst>
          </p:cNvPr>
          <p:cNvSpPr txBox="1"/>
          <p:nvPr/>
        </p:nvSpPr>
        <p:spPr>
          <a:xfrm>
            <a:off x="486870" y="3308839"/>
            <a:ext cx="1042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 err="1"/>
              <a:t>Track</a:t>
            </a:r>
            <a:r>
              <a:rPr lang="sv-SE" sz="1600" dirty="0"/>
              <a:t> </a:t>
            </a:r>
            <a:r>
              <a:rPr lang="sv-SE" sz="1600" dirty="0" err="1"/>
              <a:t>path</a:t>
            </a:r>
            <a:endParaRPr lang="sv-SE" sz="1600" dirty="0"/>
          </a:p>
        </p:txBody>
      </p:sp>
      <p:sp>
        <p:nvSpPr>
          <p:cNvPr id="199" name="textruta 198">
            <a:extLst>
              <a:ext uri="{FF2B5EF4-FFF2-40B4-BE49-F238E27FC236}">
                <a16:creationId xmlns:a16="http://schemas.microsoft.com/office/drawing/2014/main" id="{28BA612E-3870-4170-94F3-2E151E3E1A3A}"/>
              </a:ext>
            </a:extLst>
          </p:cNvPr>
          <p:cNvSpPr txBox="1"/>
          <p:nvPr/>
        </p:nvSpPr>
        <p:spPr>
          <a:xfrm>
            <a:off x="1783831" y="1593537"/>
            <a:ext cx="558840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OTN #1</a:t>
            </a:r>
          </a:p>
        </p:txBody>
      </p:sp>
      <p:cxnSp>
        <p:nvCxnSpPr>
          <p:cNvPr id="200" name="Rak pilkoppling 199">
            <a:extLst>
              <a:ext uri="{FF2B5EF4-FFF2-40B4-BE49-F238E27FC236}">
                <a16:creationId xmlns:a16="http://schemas.microsoft.com/office/drawing/2014/main" id="{2814E2AF-335E-43D6-B394-11609E53B84F}"/>
              </a:ext>
            </a:extLst>
          </p:cNvPr>
          <p:cNvCxnSpPr>
            <a:cxnSpLocks/>
            <a:stCxn id="201" idx="2"/>
          </p:cNvCxnSpPr>
          <p:nvPr/>
        </p:nvCxnSpPr>
        <p:spPr>
          <a:xfrm>
            <a:off x="10385517" y="2768283"/>
            <a:ext cx="38169" cy="326034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ruta 200">
            <a:extLst>
              <a:ext uri="{FF2B5EF4-FFF2-40B4-BE49-F238E27FC236}">
                <a16:creationId xmlns:a16="http://schemas.microsoft.com/office/drawing/2014/main" id="{37815F53-49DD-45BB-81DC-C4285C67E28C}"/>
              </a:ext>
            </a:extLst>
          </p:cNvPr>
          <p:cNvSpPr txBox="1"/>
          <p:nvPr/>
        </p:nvSpPr>
        <p:spPr>
          <a:xfrm>
            <a:off x="10239483" y="2398951"/>
            <a:ext cx="292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Z</a:t>
            </a:r>
          </a:p>
        </p:txBody>
      </p:sp>
      <p:sp>
        <p:nvSpPr>
          <p:cNvPr id="202" name="textruta 201">
            <a:extLst>
              <a:ext uri="{FF2B5EF4-FFF2-40B4-BE49-F238E27FC236}">
                <a16:creationId xmlns:a16="http://schemas.microsoft.com/office/drawing/2014/main" id="{AE2D3DCB-D5D4-4F4B-93E7-198FA7D3F5F0}"/>
              </a:ext>
            </a:extLst>
          </p:cNvPr>
          <p:cNvSpPr txBox="1"/>
          <p:nvPr/>
        </p:nvSpPr>
        <p:spPr>
          <a:xfrm>
            <a:off x="7379433" y="1601177"/>
            <a:ext cx="231575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OTN #2</a:t>
            </a:r>
          </a:p>
        </p:txBody>
      </p:sp>
      <p:cxnSp>
        <p:nvCxnSpPr>
          <p:cNvPr id="203" name="Rak pilkoppling 202">
            <a:extLst>
              <a:ext uri="{FF2B5EF4-FFF2-40B4-BE49-F238E27FC236}">
                <a16:creationId xmlns:a16="http://schemas.microsoft.com/office/drawing/2014/main" id="{CE656AF0-47DF-49D4-9691-807A07413674}"/>
              </a:ext>
            </a:extLst>
          </p:cNvPr>
          <p:cNvCxnSpPr>
            <a:cxnSpLocks/>
            <a:stCxn id="132" idx="2"/>
          </p:cNvCxnSpPr>
          <p:nvPr/>
        </p:nvCxnSpPr>
        <p:spPr>
          <a:xfrm flipH="1">
            <a:off x="1959094" y="4465589"/>
            <a:ext cx="325" cy="81804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Rak pilkoppling 212">
            <a:extLst>
              <a:ext uri="{FF2B5EF4-FFF2-40B4-BE49-F238E27FC236}">
                <a16:creationId xmlns:a16="http://schemas.microsoft.com/office/drawing/2014/main" id="{447041F5-E80E-4151-B2F6-AF60C5048859}"/>
              </a:ext>
            </a:extLst>
          </p:cNvPr>
          <p:cNvCxnSpPr>
            <a:cxnSpLocks/>
            <a:stCxn id="133" idx="2"/>
          </p:cNvCxnSpPr>
          <p:nvPr/>
        </p:nvCxnSpPr>
        <p:spPr>
          <a:xfrm flipH="1">
            <a:off x="2676121" y="4465589"/>
            <a:ext cx="9541" cy="97041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Rak pilkoppling 215">
            <a:extLst>
              <a:ext uri="{FF2B5EF4-FFF2-40B4-BE49-F238E27FC236}">
                <a16:creationId xmlns:a16="http://schemas.microsoft.com/office/drawing/2014/main" id="{FC5DC0E0-44D6-4615-A4E6-E32EF92CE24C}"/>
              </a:ext>
            </a:extLst>
          </p:cNvPr>
          <p:cNvCxnSpPr>
            <a:cxnSpLocks/>
            <a:stCxn id="134" idx="2"/>
          </p:cNvCxnSpPr>
          <p:nvPr/>
        </p:nvCxnSpPr>
        <p:spPr>
          <a:xfrm flipH="1">
            <a:off x="3214032" y="4465589"/>
            <a:ext cx="3383" cy="111142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Rak pilkoppling 218">
            <a:extLst>
              <a:ext uri="{FF2B5EF4-FFF2-40B4-BE49-F238E27FC236}">
                <a16:creationId xmlns:a16="http://schemas.microsoft.com/office/drawing/2014/main" id="{2A91E98F-A05D-4359-96FF-32E5714DA893}"/>
              </a:ext>
            </a:extLst>
          </p:cNvPr>
          <p:cNvCxnSpPr>
            <a:cxnSpLocks/>
            <a:stCxn id="135" idx="2"/>
          </p:cNvCxnSpPr>
          <p:nvPr/>
        </p:nvCxnSpPr>
        <p:spPr>
          <a:xfrm flipH="1">
            <a:off x="4088352" y="4465589"/>
            <a:ext cx="1992" cy="112582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Rak pilkoppling 221">
            <a:extLst>
              <a:ext uri="{FF2B5EF4-FFF2-40B4-BE49-F238E27FC236}">
                <a16:creationId xmlns:a16="http://schemas.microsoft.com/office/drawing/2014/main" id="{C5F47FE2-2A41-437C-8EF6-69ED8ED1C520}"/>
              </a:ext>
            </a:extLst>
          </p:cNvPr>
          <p:cNvCxnSpPr>
            <a:cxnSpLocks/>
            <a:stCxn id="136" idx="2"/>
          </p:cNvCxnSpPr>
          <p:nvPr/>
        </p:nvCxnSpPr>
        <p:spPr>
          <a:xfrm>
            <a:off x="4922535" y="4465589"/>
            <a:ext cx="11631" cy="111142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Rak pilkoppling 224">
            <a:extLst>
              <a:ext uri="{FF2B5EF4-FFF2-40B4-BE49-F238E27FC236}">
                <a16:creationId xmlns:a16="http://schemas.microsoft.com/office/drawing/2014/main" id="{A0EC9ABC-A32E-4ED5-9C58-B97D3D91DF39}"/>
              </a:ext>
            </a:extLst>
          </p:cNvPr>
          <p:cNvCxnSpPr>
            <a:cxnSpLocks/>
            <a:stCxn id="138" idx="2"/>
          </p:cNvCxnSpPr>
          <p:nvPr/>
        </p:nvCxnSpPr>
        <p:spPr>
          <a:xfrm>
            <a:off x="5423503" y="4465588"/>
            <a:ext cx="2135" cy="95684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Rak pilkoppling 230">
            <a:extLst>
              <a:ext uri="{FF2B5EF4-FFF2-40B4-BE49-F238E27FC236}">
                <a16:creationId xmlns:a16="http://schemas.microsoft.com/office/drawing/2014/main" id="{4CA4274B-1A73-4886-9358-91174BAF2A2B}"/>
              </a:ext>
            </a:extLst>
          </p:cNvPr>
          <p:cNvCxnSpPr>
            <a:cxnSpLocks/>
            <a:stCxn id="144" idx="2"/>
          </p:cNvCxnSpPr>
          <p:nvPr/>
        </p:nvCxnSpPr>
        <p:spPr>
          <a:xfrm>
            <a:off x="6148924" y="4465588"/>
            <a:ext cx="2194" cy="81804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Rak pilkoppling 235">
            <a:extLst>
              <a:ext uri="{FF2B5EF4-FFF2-40B4-BE49-F238E27FC236}">
                <a16:creationId xmlns:a16="http://schemas.microsoft.com/office/drawing/2014/main" id="{90955D94-4225-43B1-AFAB-74D895C11FB1}"/>
              </a:ext>
            </a:extLst>
          </p:cNvPr>
          <p:cNvCxnSpPr>
            <a:cxnSpLocks/>
            <a:stCxn id="145" idx="2"/>
          </p:cNvCxnSpPr>
          <p:nvPr/>
        </p:nvCxnSpPr>
        <p:spPr>
          <a:xfrm flipH="1">
            <a:off x="6875495" y="4465588"/>
            <a:ext cx="17961" cy="98471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Rak pilkoppling 238">
            <a:extLst>
              <a:ext uri="{FF2B5EF4-FFF2-40B4-BE49-F238E27FC236}">
                <a16:creationId xmlns:a16="http://schemas.microsoft.com/office/drawing/2014/main" id="{3B747EC5-2C67-4142-946C-873936D59D32}"/>
              </a:ext>
            </a:extLst>
          </p:cNvPr>
          <p:cNvCxnSpPr>
            <a:cxnSpLocks/>
            <a:stCxn id="146" idx="2"/>
          </p:cNvCxnSpPr>
          <p:nvPr/>
        </p:nvCxnSpPr>
        <p:spPr>
          <a:xfrm>
            <a:off x="7389644" y="4465588"/>
            <a:ext cx="0" cy="111142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ruta 3">
            <a:extLst>
              <a:ext uri="{FF2B5EF4-FFF2-40B4-BE49-F238E27FC236}">
                <a16:creationId xmlns:a16="http://schemas.microsoft.com/office/drawing/2014/main" id="{37666CA3-670D-4E51-8DED-59217B2AC9AE}"/>
              </a:ext>
            </a:extLst>
          </p:cNvPr>
          <p:cNvSpPr txBox="1"/>
          <p:nvPr/>
        </p:nvSpPr>
        <p:spPr>
          <a:xfrm>
            <a:off x="490726" y="2871529"/>
            <a:ext cx="838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/>
              <a:t>Passage</a:t>
            </a:r>
          </a:p>
        </p:txBody>
      </p:sp>
      <p:sp>
        <p:nvSpPr>
          <p:cNvPr id="270" name="textruta 269">
            <a:extLst>
              <a:ext uri="{FF2B5EF4-FFF2-40B4-BE49-F238E27FC236}">
                <a16:creationId xmlns:a16="http://schemas.microsoft.com/office/drawing/2014/main" id="{C0114D42-B0F3-45E7-A776-BC8C6EB918F7}"/>
              </a:ext>
            </a:extLst>
          </p:cNvPr>
          <p:cNvSpPr txBox="1"/>
          <p:nvPr/>
        </p:nvSpPr>
        <p:spPr>
          <a:xfrm>
            <a:off x="8692301" y="4187774"/>
            <a:ext cx="72011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271" name="textruta 270">
            <a:extLst>
              <a:ext uri="{FF2B5EF4-FFF2-40B4-BE49-F238E27FC236}">
                <a16:creationId xmlns:a16="http://schemas.microsoft.com/office/drawing/2014/main" id="{D1B6316A-5D16-494E-94BE-357825A69B06}"/>
              </a:ext>
            </a:extLst>
          </p:cNvPr>
          <p:cNvSpPr txBox="1"/>
          <p:nvPr/>
        </p:nvSpPr>
        <p:spPr>
          <a:xfrm>
            <a:off x="9422368" y="4187773"/>
            <a:ext cx="26191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272" name="textruta 271">
            <a:extLst>
              <a:ext uri="{FF2B5EF4-FFF2-40B4-BE49-F238E27FC236}">
                <a16:creationId xmlns:a16="http://schemas.microsoft.com/office/drawing/2014/main" id="{735025C1-C24C-455A-A38E-935E700406CD}"/>
              </a:ext>
            </a:extLst>
          </p:cNvPr>
          <p:cNvSpPr txBox="1"/>
          <p:nvPr/>
        </p:nvSpPr>
        <p:spPr>
          <a:xfrm>
            <a:off x="9677863" y="4187773"/>
            <a:ext cx="120176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273" name="textruta 272">
            <a:extLst>
              <a:ext uri="{FF2B5EF4-FFF2-40B4-BE49-F238E27FC236}">
                <a16:creationId xmlns:a16="http://schemas.microsoft.com/office/drawing/2014/main" id="{0AE00EFE-9F07-4399-A909-1DCEC03B91F6}"/>
              </a:ext>
            </a:extLst>
          </p:cNvPr>
          <p:cNvSpPr txBox="1"/>
          <p:nvPr/>
        </p:nvSpPr>
        <p:spPr>
          <a:xfrm>
            <a:off x="10888722" y="4187773"/>
            <a:ext cx="26911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274" name="textruta 273">
            <a:extLst>
              <a:ext uri="{FF2B5EF4-FFF2-40B4-BE49-F238E27FC236}">
                <a16:creationId xmlns:a16="http://schemas.microsoft.com/office/drawing/2014/main" id="{A7EAF134-C12B-45D6-8487-4E32E3BEDD47}"/>
              </a:ext>
            </a:extLst>
          </p:cNvPr>
          <p:cNvSpPr txBox="1"/>
          <p:nvPr/>
        </p:nvSpPr>
        <p:spPr>
          <a:xfrm>
            <a:off x="11154170" y="4187773"/>
            <a:ext cx="73059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275" name="textruta 274">
            <a:extLst>
              <a:ext uri="{FF2B5EF4-FFF2-40B4-BE49-F238E27FC236}">
                <a16:creationId xmlns:a16="http://schemas.microsoft.com/office/drawing/2014/main" id="{ABC17353-7B61-4ACD-9A0E-02AFC166B4D2}"/>
              </a:ext>
            </a:extLst>
          </p:cNvPr>
          <p:cNvSpPr txBox="1"/>
          <p:nvPr/>
        </p:nvSpPr>
        <p:spPr>
          <a:xfrm>
            <a:off x="7751278" y="4187773"/>
            <a:ext cx="95784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223" name="textruta 222">
            <a:extLst>
              <a:ext uri="{FF2B5EF4-FFF2-40B4-BE49-F238E27FC236}">
                <a16:creationId xmlns:a16="http://schemas.microsoft.com/office/drawing/2014/main" id="{959411F7-65C8-47D2-9DB3-2983A173F443}"/>
              </a:ext>
            </a:extLst>
          </p:cNvPr>
          <p:cNvSpPr txBox="1"/>
          <p:nvPr/>
        </p:nvSpPr>
        <p:spPr>
          <a:xfrm>
            <a:off x="396358" y="816527"/>
            <a:ext cx="11390003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TrainID</a:t>
            </a:r>
            <a:endParaRPr lang="sv-SE" sz="1200" dirty="0"/>
          </a:p>
        </p:txBody>
      </p:sp>
      <p:grpSp>
        <p:nvGrpSpPr>
          <p:cNvPr id="227" name="Grupp 226">
            <a:extLst>
              <a:ext uri="{FF2B5EF4-FFF2-40B4-BE49-F238E27FC236}">
                <a16:creationId xmlns:a16="http://schemas.microsoft.com/office/drawing/2014/main" id="{251EDAC1-CB89-4AF0-B786-9406B5A1B355}"/>
              </a:ext>
            </a:extLst>
          </p:cNvPr>
          <p:cNvGrpSpPr/>
          <p:nvPr/>
        </p:nvGrpSpPr>
        <p:grpSpPr>
          <a:xfrm>
            <a:off x="243912" y="369590"/>
            <a:ext cx="304892" cy="1770636"/>
            <a:chOff x="1624185" y="363053"/>
            <a:chExt cx="304892" cy="1770636"/>
          </a:xfrm>
        </p:grpSpPr>
        <p:sp>
          <p:nvSpPr>
            <p:cNvPr id="228" name="textruta 227">
              <a:extLst>
                <a:ext uri="{FF2B5EF4-FFF2-40B4-BE49-F238E27FC236}">
                  <a16:creationId xmlns:a16="http://schemas.microsoft.com/office/drawing/2014/main" id="{C5C1B9B0-30C8-47D9-B060-6B6726ED00A8}"/>
                </a:ext>
              </a:extLst>
            </p:cNvPr>
            <p:cNvSpPr txBox="1"/>
            <p:nvPr/>
          </p:nvSpPr>
          <p:spPr>
            <a:xfrm>
              <a:off x="1624185" y="363053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S</a:t>
              </a:r>
            </a:p>
          </p:txBody>
        </p:sp>
        <p:cxnSp>
          <p:nvCxnSpPr>
            <p:cNvPr id="229" name="Rak pilkoppling 228">
              <a:extLst>
                <a:ext uri="{FF2B5EF4-FFF2-40B4-BE49-F238E27FC236}">
                  <a16:creationId xmlns:a16="http://schemas.microsoft.com/office/drawing/2014/main" id="{575D938B-5A21-4C96-BBF3-944F10488D98}"/>
                </a:ext>
              </a:extLst>
            </p:cNvPr>
            <p:cNvCxnSpPr>
              <a:cxnSpLocks/>
              <a:stCxn id="228" idx="2"/>
            </p:cNvCxnSpPr>
            <p:nvPr/>
          </p:nvCxnSpPr>
          <p:spPr>
            <a:xfrm>
              <a:off x="1776631" y="732385"/>
              <a:ext cx="7200" cy="140130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0" name="Grupp 229">
            <a:extLst>
              <a:ext uri="{FF2B5EF4-FFF2-40B4-BE49-F238E27FC236}">
                <a16:creationId xmlns:a16="http://schemas.microsoft.com/office/drawing/2014/main" id="{C843B389-DE19-4F35-8B80-5F656E0A2DA1}"/>
              </a:ext>
            </a:extLst>
          </p:cNvPr>
          <p:cNvGrpSpPr/>
          <p:nvPr/>
        </p:nvGrpSpPr>
        <p:grpSpPr>
          <a:xfrm>
            <a:off x="11634821" y="363053"/>
            <a:ext cx="304892" cy="1770636"/>
            <a:chOff x="1624185" y="363053"/>
            <a:chExt cx="304892" cy="1770636"/>
          </a:xfrm>
        </p:grpSpPr>
        <p:sp>
          <p:nvSpPr>
            <p:cNvPr id="232" name="textruta 231">
              <a:extLst>
                <a:ext uri="{FF2B5EF4-FFF2-40B4-BE49-F238E27FC236}">
                  <a16:creationId xmlns:a16="http://schemas.microsoft.com/office/drawing/2014/main" id="{818CEECA-D42D-448F-A729-2F750E5792C3}"/>
                </a:ext>
              </a:extLst>
            </p:cNvPr>
            <p:cNvSpPr txBox="1"/>
            <p:nvPr/>
          </p:nvSpPr>
          <p:spPr>
            <a:xfrm>
              <a:off x="1624185" y="363053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T</a:t>
              </a:r>
            </a:p>
          </p:txBody>
        </p:sp>
        <p:cxnSp>
          <p:nvCxnSpPr>
            <p:cNvPr id="233" name="Rak pilkoppling 232">
              <a:extLst>
                <a:ext uri="{FF2B5EF4-FFF2-40B4-BE49-F238E27FC236}">
                  <a16:creationId xmlns:a16="http://schemas.microsoft.com/office/drawing/2014/main" id="{05240F53-2E63-452D-A8FA-2C2910A0F06D}"/>
                </a:ext>
              </a:extLst>
            </p:cNvPr>
            <p:cNvCxnSpPr>
              <a:cxnSpLocks/>
              <a:stCxn id="232" idx="2"/>
            </p:cNvCxnSpPr>
            <p:nvPr/>
          </p:nvCxnSpPr>
          <p:spPr>
            <a:xfrm>
              <a:off x="1776631" y="732385"/>
              <a:ext cx="7200" cy="140130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781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ruta 250">
            <a:extLst>
              <a:ext uri="{FF2B5EF4-FFF2-40B4-BE49-F238E27FC236}">
                <a16:creationId xmlns:a16="http://schemas.microsoft.com/office/drawing/2014/main" id="{BAD1CBBA-D7B0-4E71-B776-876D51F75DB7}"/>
              </a:ext>
            </a:extLst>
          </p:cNvPr>
          <p:cNvSpPr txBox="1"/>
          <p:nvPr/>
        </p:nvSpPr>
        <p:spPr>
          <a:xfrm>
            <a:off x="1836207" y="1801327"/>
            <a:ext cx="304892" cy="639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/>
              <a:t>A</a:t>
            </a:r>
          </a:p>
        </p:txBody>
      </p:sp>
      <p:cxnSp>
        <p:nvCxnSpPr>
          <p:cNvPr id="252" name="Rak pilkoppling 251">
            <a:extLst>
              <a:ext uri="{FF2B5EF4-FFF2-40B4-BE49-F238E27FC236}">
                <a16:creationId xmlns:a16="http://schemas.microsoft.com/office/drawing/2014/main" id="{CFBB8DD7-D6DC-4030-BFE3-6069A035D87C}"/>
              </a:ext>
            </a:extLst>
          </p:cNvPr>
          <p:cNvCxnSpPr>
            <a:cxnSpLocks/>
          </p:cNvCxnSpPr>
          <p:nvPr/>
        </p:nvCxnSpPr>
        <p:spPr>
          <a:xfrm>
            <a:off x="1985272" y="2110628"/>
            <a:ext cx="27160" cy="3163779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textruta 266">
            <a:extLst>
              <a:ext uri="{FF2B5EF4-FFF2-40B4-BE49-F238E27FC236}">
                <a16:creationId xmlns:a16="http://schemas.microsoft.com/office/drawing/2014/main" id="{182C33D6-77F2-404C-85F4-BF3579D556F4}"/>
              </a:ext>
            </a:extLst>
          </p:cNvPr>
          <p:cNvSpPr txBox="1"/>
          <p:nvPr/>
        </p:nvSpPr>
        <p:spPr>
          <a:xfrm>
            <a:off x="2005334" y="4432285"/>
            <a:ext cx="4304457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Train</a:t>
            </a:r>
            <a:r>
              <a:rPr lang="sv-SE" sz="1200" dirty="0"/>
              <a:t> </a:t>
            </a:r>
            <a:r>
              <a:rPr lang="sv-SE" sz="1200" dirty="0" err="1"/>
              <a:t>characteristics</a:t>
            </a:r>
            <a:r>
              <a:rPr lang="sv-SE" sz="1200" dirty="0"/>
              <a:t> #1 A-C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D5D0FC58-2C8D-456D-8E6B-CD828BAD7DD1}"/>
              </a:ext>
            </a:extLst>
          </p:cNvPr>
          <p:cNvSpPr txBox="1"/>
          <p:nvPr/>
        </p:nvSpPr>
        <p:spPr>
          <a:xfrm>
            <a:off x="1995854" y="2440988"/>
            <a:ext cx="8623922" cy="276999"/>
          </a:xfrm>
          <a:prstGeom prst="rect">
            <a:avLst/>
          </a:prstGeom>
          <a:solidFill>
            <a:srgbClr val="729FC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Tågläge (</a:t>
            </a:r>
            <a:r>
              <a:rPr lang="sv-SE" sz="1200" dirty="0" err="1"/>
              <a:t>Path</a:t>
            </a:r>
            <a:r>
              <a:rPr lang="sv-SE" sz="1200" dirty="0"/>
              <a:t>)</a:t>
            </a:r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129411C9-FC58-4B84-A21A-45960DBAAA78}"/>
              </a:ext>
            </a:extLst>
          </p:cNvPr>
          <p:cNvSpPr txBox="1"/>
          <p:nvPr/>
        </p:nvSpPr>
        <p:spPr>
          <a:xfrm>
            <a:off x="1992471" y="3741494"/>
            <a:ext cx="842907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141" name="textruta 140">
            <a:extLst>
              <a:ext uri="{FF2B5EF4-FFF2-40B4-BE49-F238E27FC236}">
                <a16:creationId xmlns:a16="http://schemas.microsoft.com/office/drawing/2014/main" id="{D1425297-F6B5-4EBF-9D6C-0B5CE4BDCD86}"/>
              </a:ext>
            </a:extLst>
          </p:cNvPr>
          <p:cNvSpPr txBox="1"/>
          <p:nvPr/>
        </p:nvSpPr>
        <p:spPr>
          <a:xfrm>
            <a:off x="3451192" y="3305229"/>
            <a:ext cx="1436500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r>
              <a:rPr lang="sv-SE" sz="1200" dirty="0"/>
              <a:t> - </a:t>
            </a:r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00FE6C52-0795-4ACA-A741-875C7B41C76F}"/>
              </a:ext>
            </a:extLst>
          </p:cNvPr>
          <p:cNvSpPr txBox="1"/>
          <p:nvPr/>
        </p:nvSpPr>
        <p:spPr>
          <a:xfrm>
            <a:off x="197050" y="3722400"/>
            <a:ext cx="10426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 err="1"/>
              <a:t>Track</a:t>
            </a:r>
            <a:r>
              <a:rPr lang="sv-SE" sz="1600" dirty="0"/>
              <a:t> </a:t>
            </a:r>
            <a:r>
              <a:rPr lang="sv-SE" sz="1600" dirty="0" err="1"/>
              <a:t>path</a:t>
            </a:r>
            <a:endParaRPr lang="sv-SE" sz="1600" dirty="0"/>
          </a:p>
        </p:txBody>
      </p:sp>
      <p:sp>
        <p:nvSpPr>
          <p:cNvPr id="199" name="textruta 198">
            <a:extLst>
              <a:ext uri="{FF2B5EF4-FFF2-40B4-BE49-F238E27FC236}">
                <a16:creationId xmlns:a16="http://schemas.microsoft.com/office/drawing/2014/main" id="{28BA612E-3870-4170-94F3-2E151E3E1A3A}"/>
              </a:ext>
            </a:extLst>
          </p:cNvPr>
          <p:cNvSpPr txBox="1"/>
          <p:nvPr/>
        </p:nvSpPr>
        <p:spPr>
          <a:xfrm>
            <a:off x="1985272" y="2875062"/>
            <a:ext cx="6494262" cy="276999"/>
          </a:xfrm>
          <a:prstGeom prst="rect">
            <a:avLst/>
          </a:prstGeom>
          <a:solidFill>
            <a:srgbClr val="AD7FA8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OTN #1</a:t>
            </a:r>
          </a:p>
        </p:txBody>
      </p:sp>
      <p:sp>
        <p:nvSpPr>
          <p:cNvPr id="202" name="textruta 201">
            <a:extLst>
              <a:ext uri="{FF2B5EF4-FFF2-40B4-BE49-F238E27FC236}">
                <a16:creationId xmlns:a16="http://schemas.microsoft.com/office/drawing/2014/main" id="{AE2D3DCB-D5D4-4F4B-93E7-198FA7D3F5F0}"/>
              </a:ext>
            </a:extLst>
          </p:cNvPr>
          <p:cNvSpPr txBox="1"/>
          <p:nvPr/>
        </p:nvSpPr>
        <p:spPr>
          <a:xfrm>
            <a:off x="8469807" y="2882702"/>
            <a:ext cx="2151025" cy="276999"/>
          </a:xfrm>
          <a:prstGeom prst="rect">
            <a:avLst/>
          </a:prstGeom>
          <a:solidFill>
            <a:srgbClr val="75507B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OTN #2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37666CA3-670D-4E51-8DED-59217B2AC9AE}"/>
              </a:ext>
            </a:extLst>
          </p:cNvPr>
          <p:cNvSpPr txBox="1"/>
          <p:nvPr/>
        </p:nvSpPr>
        <p:spPr>
          <a:xfrm>
            <a:off x="213095" y="3266583"/>
            <a:ext cx="838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/>
              <a:t>Passage</a:t>
            </a:r>
          </a:p>
        </p:txBody>
      </p:sp>
      <p:sp>
        <p:nvSpPr>
          <p:cNvPr id="268" name="textruta 267">
            <a:extLst>
              <a:ext uri="{FF2B5EF4-FFF2-40B4-BE49-F238E27FC236}">
                <a16:creationId xmlns:a16="http://schemas.microsoft.com/office/drawing/2014/main" id="{8E522334-8A38-418C-B642-55CAA6C3B518}"/>
              </a:ext>
            </a:extLst>
          </p:cNvPr>
          <p:cNvSpPr txBox="1"/>
          <p:nvPr/>
        </p:nvSpPr>
        <p:spPr>
          <a:xfrm>
            <a:off x="6314308" y="4431163"/>
            <a:ext cx="215393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Train</a:t>
            </a:r>
            <a:r>
              <a:rPr lang="sv-SE" sz="1200" dirty="0"/>
              <a:t> </a:t>
            </a:r>
            <a:r>
              <a:rPr lang="sv-SE" sz="1200" dirty="0" err="1"/>
              <a:t>characteristics</a:t>
            </a:r>
            <a:r>
              <a:rPr lang="sv-SE" sz="1200" dirty="0"/>
              <a:t> #2 C - D</a:t>
            </a:r>
          </a:p>
        </p:txBody>
      </p:sp>
      <p:sp>
        <p:nvSpPr>
          <p:cNvPr id="269" name="textruta 268">
            <a:extLst>
              <a:ext uri="{FF2B5EF4-FFF2-40B4-BE49-F238E27FC236}">
                <a16:creationId xmlns:a16="http://schemas.microsoft.com/office/drawing/2014/main" id="{98D44D75-1C52-4FAF-962B-F29FE9630B07}"/>
              </a:ext>
            </a:extLst>
          </p:cNvPr>
          <p:cNvSpPr txBox="1"/>
          <p:nvPr/>
        </p:nvSpPr>
        <p:spPr>
          <a:xfrm>
            <a:off x="8468242" y="4428257"/>
            <a:ext cx="216443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Train</a:t>
            </a:r>
            <a:r>
              <a:rPr lang="sv-SE" sz="1200" dirty="0"/>
              <a:t> </a:t>
            </a:r>
            <a:r>
              <a:rPr lang="sv-SE" sz="1200" dirty="0" err="1"/>
              <a:t>characteristics</a:t>
            </a:r>
            <a:r>
              <a:rPr lang="sv-SE" sz="1200" dirty="0"/>
              <a:t> #3 D-E</a:t>
            </a:r>
          </a:p>
        </p:txBody>
      </p:sp>
      <p:sp>
        <p:nvSpPr>
          <p:cNvPr id="226" name="textruta 225">
            <a:extLst>
              <a:ext uri="{FF2B5EF4-FFF2-40B4-BE49-F238E27FC236}">
                <a16:creationId xmlns:a16="http://schemas.microsoft.com/office/drawing/2014/main" id="{906A5550-4B78-4256-ACED-0735CD488EEF}"/>
              </a:ext>
            </a:extLst>
          </p:cNvPr>
          <p:cNvSpPr txBox="1"/>
          <p:nvPr/>
        </p:nvSpPr>
        <p:spPr>
          <a:xfrm>
            <a:off x="5591841" y="3310114"/>
            <a:ext cx="1436500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r>
              <a:rPr lang="sv-SE" sz="1200" dirty="0"/>
              <a:t> - </a:t>
            </a:r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227" name="textruta 226">
            <a:extLst>
              <a:ext uri="{FF2B5EF4-FFF2-40B4-BE49-F238E27FC236}">
                <a16:creationId xmlns:a16="http://schemas.microsoft.com/office/drawing/2014/main" id="{82477D6E-B105-457C-A879-96C7C7BA68D2}"/>
              </a:ext>
            </a:extLst>
          </p:cNvPr>
          <p:cNvSpPr txBox="1"/>
          <p:nvPr/>
        </p:nvSpPr>
        <p:spPr>
          <a:xfrm>
            <a:off x="7771322" y="3307772"/>
            <a:ext cx="1544298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r>
              <a:rPr lang="sv-SE" sz="1200" dirty="0"/>
              <a:t> - </a:t>
            </a:r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228" name="textruta 227">
            <a:extLst>
              <a:ext uri="{FF2B5EF4-FFF2-40B4-BE49-F238E27FC236}">
                <a16:creationId xmlns:a16="http://schemas.microsoft.com/office/drawing/2014/main" id="{CEEB84C7-A3FA-41D2-8BF1-D96D12BD6F94}"/>
              </a:ext>
            </a:extLst>
          </p:cNvPr>
          <p:cNvSpPr txBox="1"/>
          <p:nvPr/>
        </p:nvSpPr>
        <p:spPr>
          <a:xfrm>
            <a:off x="9921627" y="3313075"/>
            <a:ext cx="1436500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r>
              <a:rPr lang="sv-SE" sz="1200" dirty="0"/>
              <a:t> - </a:t>
            </a:r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229" name="textruta 228">
            <a:extLst>
              <a:ext uri="{FF2B5EF4-FFF2-40B4-BE49-F238E27FC236}">
                <a16:creationId xmlns:a16="http://schemas.microsoft.com/office/drawing/2014/main" id="{5C619EBC-70E1-471E-9AC1-74A88E148371}"/>
              </a:ext>
            </a:extLst>
          </p:cNvPr>
          <p:cNvSpPr txBox="1"/>
          <p:nvPr/>
        </p:nvSpPr>
        <p:spPr>
          <a:xfrm>
            <a:off x="1296442" y="3290883"/>
            <a:ext cx="1436500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r>
              <a:rPr lang="sv-SE" sz="1200" dirty="0"/>
              <a:t> - </a:t>
            </a:r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232" name="textruta 231">
            <a:extLst>
              <a:ext uri="{FF2B5EF4-FFF2-40B4-BE49-F238E27FC236}">
                <a16:creationId xmlns:a16="http://schemas.microsoft.com/office/drawing/2014/main" id="{4F0794D5-C6C4-456C-96A2-0308F8BB3B97}"/>
              </a:ext>
            </a:extLst>
          </p:cNvPr>
          <p:cNvSpPr txBox="1"/>
          <p:nvPr/>
        </p:nvSpPr>
        <p:spPr>
          <a:xfrm>
            <a:off x="2835379" y="3741494"/>
            <a:ext cx="615814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Line</a:t>
            </a:r>
          </a:p>
        </p:txBody>
      </p:sp>
      <p:sp>
        <p:nvSpPr>
          <p:cNvPr id="233" name="textruta 232">
            <a:extLst>
              <a:ext uri="{FF2B5EF4-FFF2-40B4-BE49-F238E27FC236}">
                <a16:creationId xmlns:a16="http://schemas.microsoft.com/office/drawing/2014/main" id="{2AEC3F11-F592-4B54-AF23-58984DAC41A9}"/>
              </a:ext>
            </a:extLst>
          </p:cNvPr>
          <p:cNvSpPr txBox="1"/>
          <p:nvPr/>
        </p:nvSpPr>
        <p:spPr>
          <a:xfrm>
            <a:off x="4152584" y="3742829"/>
            <a:ext cx="842907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234" name="textruta 233">
            <a:extLst>
              <a:ext uri="{FF2B5EF4-FFF2-40B4-BE49-F238E27FC236}">
                <a16:creationId xmlns:a16="http://schemas.microsoft.com/office/drawing/2014/main" id="{EEAC3AA2-3545-4C8D-A043-4CA33B92B54F}"/>
              </a:ext>
            </a:extLst>
          </p:cNvPr>
          <p:cNvSpPr txBox="1"/>
          <p:nvPr/>
        </p:nvSpPr>
        <p:spPr>
          <a:xfrm>
            <a:off x="3456555" y="3742829"/>
            <a:ext cx="692211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endParaRPr lang="sv-SE" sz="1200" dirty="0"/>
          </a:p>
        </p:txBody>
      </p:sp>
      <p:sp>
        <p:nvSpPr>
          <p:cNvPr id="235" name="textruta 234">
            <a:extLst>
              <a:ext uri="{FF2B5EF4-FFF2-40B4-BE49-F238E27FC236}">
                <a16:creationId xmlns:a16="http://schemas.microsoft.com/office/drawing/2014/main" id="{0822D8D3-94B9-4A00-8102-6D21E0D2D615}"/>
              </a:ext>
            </a:extLst>
          </p:cNvPr>
          <p:cNvSpPr txBox="1"/>
          <p:nvPr/>
        </p:nvSpPr>
        <p:spPr>
          <a:xfrm>
            <a:off x="4995492" y="3742829"/>
            <a:ext cx="615814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Line</a:t>
            </a:r>
          </a:p>
        </p:txBody>
      </p:sp>
      <p:sp>
        <p:nvSpPr>
          <p:cNvPr id="237" name="textruta 236">
            <a:extLst>
              <a:ext uri="{FF2B5EF4-FFF2-40B4-BE49-F238E27FC236}">
                <a16:creationId xmlns:a16="http://schemas.microsoft.com/office/drawing/2014/main" id="{D4D8A7C3-B029-4CCD-8298-C20CDC774D5A}"/>
              </a:ext>
            </a:extLst>
          </p:cNvPr>
          <p:cNvSpPr txBox="1"/>
          <p:nvPr/>
        </p:nvSpPr>
        <p:spPr>
          <a:xfrm>
            <a:off x="6312600" y="3745958"/>
            <a:ext cx="831989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238" name="textruta 237">
            <a:extLst>
              <a:ext uri="{FF2B5EF4-FFF2-40B4-BE49-F238E27FC236}">
                <a16:creationId xmlns:a16="http://schemas.microsoft.com/office/drawing/2014/main" id="{B2518E88-69ED-4B02-880A-39699891DF00}"/>
              </a:ext>
            </a:extLst>
          </p:cNvPr>
          <p:cNvSpPr txBox="1"/>
          <p:nvPr/>
        </p:nvSpPr>
        <p:spPr>
          <a:xfrm>
            <a:off x="5616571" y="3745958"/>
            <a:ext cx="692211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endParaRPr lang="sv-SE" sz="1200" dirty="0"/>
          </a:p>
        </p:txBody>
      </p:sp>
      <p:sp>
        <p:nvSpPr>
          <p:cNvPr id="240" name="textruta 239">
            <a:extLst>
              <a:ext uri="{FF2B5EF4-FFF2-40B4-BE49-F238E27FC236}">
                <a16:creationId xmlns:a16="http://schemas.microsoft.com/office/drawing/2014/main" id="{A4546EC2-74DF-46F5-B2A3-81B78A59A9C9}"/>
              </a:ext>
            </a:extLst>
          </p:cNvPr>
          <p:cNvSpPr txBox="1"/>
          <p:nvPr/>
        </p:nvSpPr>
        <p:spPr>
          <a:xfrm>
            <a:off x="7155508" y="3745958"/>
            <a:ext cx="615814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Line</a:t>
            </a:r>
          </a:p>
        </p:txBody>
      </p:sp>
      <p:sp>
        <p:nvSpPr>
          <p:cNvPr id="241" name="textruta 240">
            <a:extLst>
              <a:ext uri="{FF2B5EF4-FFF2-40B4-BE49-F238E27FC236}">
                <a16:creationId xmlns:a16="http://schemas.microsoft.com/office/drawing/2014/main" id="{0FFE83A6-D679-4F10-B474-AEC3779BEF2D}"/>
              </a:ext>
            </a:extLst>
          </p:cNvPr>
          <p:cNvSpPr txBox="1"/>
          <p:nvPr/>
        </p:nvSpPr>
        <p:spPr>
          <a:xfrm>
            <a:off x="8472713" y="3747293"/>
            <a:ext cx="842907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242" name="textruta 241">
            <a:extLst>
              <a:ext uri="{FF2B5EF4-FFF2-40B4-BE49-F238E27FC236}">
                <a16:creationId xmlns:a16="http://schemas.microsoft.com/office/drawing/2014/main" id="{F0717987-9256-4827-B8D7-563743BFD526}"/>
              </a:ext>
            </a:extLst>
          </p:cNvPr>
          <p:cNvSpPr txBox="1"/>
          <p:nvPr/>
        </p:nvSpPr>
        <p:spPr>
          <a:xfrm>
            <a:off x="7776684" y="3747293"/>
            <a:ext cx="692211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endParaRPr lang="sv-SE" sz="1200" dirty="0"/>
          </a:p>
        </p:txBody>
      </p:sp>
      <p:sp>
        <p:nvSpPr>
          <p:cNvPr id="244" name="textruta 243">
            <a:extLst>
              <a:ext uri="{FF2B5EF4-FFF2-40B4-BE49-F238E27FC236}">
                <a16:creationId xmlns:a16="http://schemas.microsoft.com/office/drawing/2014/main" id="{8CBC014C-FA61-4EA1-9485-8881DB53E205}"/>
              </a:ext>
            </a:extLst>
          </p:cNvPr>
          <p:cNvSpPr txBox="1"/>
          <p:nvPr/>
        </p:nvSpPr>
        <p:spPr>
          <a:xfrm>
            <a:off x="9315621" y="3747293"/>
            <a:ext cx="615814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Line</a:t>
            </a:r>
          </a:p>
        </p:txBody>
      </p:sp>
      <p:sp>
        <p:nvSpPr>
          <p:cNvPr id="245" name="textruta 244">
            <a:extLst>
              <a:ext uri="{FF2B5EF4-FFF2-40B4-BE49-F238E27FC236}">
                <a16:creationId xmlns:a16="http://schemas.microsoft.com/office/drawing/2014/main" id="{A64EAE71-3F20-45A1-BFB2-7106D9F974F4}"/>
              </a:ext>
            </a:extLst>
          </p:cNvPr>
          <p:cNvSpPr txBox="1"/>
          <p:nvPr/>
        </p:nvSpPr>
        <p:spPr>
          <a:xfrm>
            <a:off x="9927565" y="3753178"/>
            <a:ext cx="692211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endParaRPr lang="sv-SE" sz="1200" dirty="0"/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37DC1121-6980-4EB1-A485-0A9352FA422E}"/>
              </a:ext>
            </a:extLst>
          </p:cNvPr>
          <p:cNvGrpSpPr/>
          <p:nvPr/>
        </p:nvGrpSpPr>
        <p:grpSpPr>
          <a:xfrm>
            <a:off x="4006583" y="1829965"/>
            <a:ext cx="304892" cy="3444442"/>
            <a:chOff x="4006583" y="391690"/>
            <a:chExt cx="304892" cy="4067754"/>
          </a:xfrm>
        </p:grpSpPr>
        <p:sp>
          <p:nvSpPr>
            <p:cNvPr id="246" name="textruta 245">
              <a:extLst>
                <a:ext uri="{FF2B5EF4-FFF2-40B4-BE49-F238E27FC236}">
                  <a16:creationId xmlns:a16="http://schemas.microsoft.com/office/drawing/2014/main" id="{A0E036A4-C15F-4BAA-BE45-C0E1417CB940}"/>
                </a:ext>
              </a:extLst>
            </p:cNvPr>
            <p:cNvSpPr txBox="1"/>
            <p:nvPr/>
          </p:nvSpPr>
          <p:spPr>
            <a:xfrm>
              <a:off x="4006583" y="391690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B</a:t>
              </a:r>
            </a:p>
          </p:txBody>
        </p:sp>
        <p:cxnSp>
          <p:nvCxnSpPr>
            <p:cNvPr id="247" name="Rak pilkoppling 246">
              <a:extLst>
                <a:ext uri="{FF2B5EF4-FFF2-40B4-BE49-F238E27FC236}">
                  <a16:creationId xmlns:a16="http://schemas.microsoft.com/office/drawing/2014/main" id="{979231AA-4770-4B58-B715-E0A0A377F468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48" y="700991"/>
              <a:ext cx="7198" cy="3758453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8" name="Grupp 247">
            <a:extLst>
              <a:ext uri="{FF2B5EF4-FFF2-40B4-BE49-F238E27FC236}">
                <a16:creationId xmlns:a16="http://schemas.microsoft.com/office/drawing/2014/main" id="{E9899731-B8EC-4DD5-9DFD-7BEB9FC07C58}"/>
              </a:ext>
            </a:extLst>
          </p:cNvPr>
          <p:cNvGrpSpPr/>
          <p:nvPr/>
        </p:nvGrpSpPr>
        <p:grpSpPr>
          <a:xfrm>
            <a:off x="6162880" y="1829965"/>
            <a:ext cx="304892" cy="3444442"/>
            <a:chOff x="4006583" y="391690"/>
            <a:chExt cx="304892" cy="4067754"/>
          </a:xfrm>
        </p:grpSpPr>
        <p:sp>
          <p:nvSpPr>
            <p:cNvPr id="249" name="textruta 248">
              <a:extLst>
                <a:ext uri="{FF2B5EF4-FFF2-40B4-BE49-F238E27FC236}">
                  <a16:creationId xmlns:a16="http://schemas.microsoft.com/office/drawing/2014/main" id="{5D3EE43F-2E24-4B93-8DBA-0749B38FC1CE}"/>
                </a:ext>
              </a:extLst>
            </p:cNvPr>
            <p:cNvSpPr txBox="1"/>
            <p:nvPr/>
          </p:nvSpPr>
          <p:spPr>
            <a:xfrm>
              <a:off x="4006583" y="391690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C</a:t>
              </a:r>
            </a:p>
          </p:txBody>
        </p:sp>
        <p:cxnSp>
          <p:nvCxnSpPr>
            <p:cNvPr id="250" name="Rak pilkoppling 249">
              <a:extLst>
                <a:ext uri="{FF2B5EF4-FFF2-40B4-BE49-F238E27FC236}">
                  <a16:creationId xmlns:a16="http://schemas.microsoft.com/office/drawing/2014/main" id="{27E430DE-739F-4D5F-B5F7-A5BFE1B492B0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48" y="700991"/>
              <a:ext cx="7198" cy="3758453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3" name="Grupp 252">
            <a:extLst>
              <a:ext uri="{FF2B5EF4-FFF2-40B4-BE49-F238E27FC236}">
                <a16:creationId xmlns:a16="http://schemas.microsoft.com/office/drawing/2014/main" id="{22792E19-21F9-4EEF-91CB-30441E93AB8B}"/>
              </a:ext>
            </a:extLst>
          </p:cNvPr>
          <p:cNvGrpSpPr/>
          <p:nvPr/>
        </p:nvGrpSpPr>
        <p:grpSpPr>
          <a:xfrm>
            <a:off x="8323271" y="1829965"/>
            <a:ext cx="304892" cy="3444442"/>
            <a:chOff x="4006583" y="391690"/>
            <a:chExt cx="304892" cy="4067754"/>
          </a:xfrm>
        </p:grpSpPr>
        <p:sp>
          <p:nvSpPr>
            <p:cNvPr id="276" name="textruta 275">
              <a:extLst>
                <a:ext uri="{FF2B5EF4-FFF2-40B4-BE49-F238E27FC236}">
                  <a16:creationId xmlns:a16="http://schemas.microsoft.com/office/drawing/2014/main" id="{54925EFA-BA23-4A3C-85CA-FEED3AFB93A9}"/>
                </a:ext>
              </a:extLst>
            </p:cNvPr>
            <p:cNvSpPr txBox="1"/>
            <p:nvPr/>
          </p:nvSpPr>
          <p:spPr>
            <a:xfrm>
              <a:off x="4006583" y="391690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D</a:t>
              </a:r>
            </a:p>
          </p:txBody>
        </p:sp>
        <p:cxnSp>
          <p:nvCxnSpPr>
            <p:cNvPr id="277" name="Rak pilkoppling 276">
              <a:extLst>
                <a:ext uri="{FF2B5EF4-FFF2-40B4-BE49-F238E27FC236}">
                  <a16:creationId xmlns:a16="http://schemas.microsoft.com/office/drawing/2014/main" id="{0774E61E-9344-4713-B9E5-A226F227D678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48" y="700991"/>
              <a:ext cx="7198" cy="3758453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Grupp 277">
            <a:extLst>
              <a:ext uri="{FF2B5EF4-FFF2-40B4-BE49-F238E27FC236}">
                <a16:creationId xmlns:a16="http://schemas.microsoft.com/office/drawing/2014/main" id="{83A84358-C109-4402-BFA1-8FA75181DA04}"/>
              </a:ext>
            </a:extLst>
          </p:cNvPr>
          <p:cNvGrpSpPr/>
          <p:nvPr/>
        </p:nvGrpSpPr>
        <p:grpSpPr>
          <a:xfrm>
            <a:off x="10464569" y="1829965"/>
            <a:ext cx="304892" cy="3444442"/>
            <a:chOff x="4006583" y="391690"/>
            <a:chExt cx="304892" cy="4067754"/>
          </a:xfrm>
        </p:grpSpPr>
        <p:sp>
          <p:nvSpPr>
            <p:cNvPr id="279" name="textruta 278">
              <a:extLst>
                <a:ext uri="{FF2B5EF4-FFF2-40B4-BE49-F238E27FC236}">
                  <a16:creationId xmlns:a16="http://schemas.microsoft.com/office/drawing/2014/main" id="{6B4A3FCF-686A-4031-AB25-584EB614CB8A}"/>
                </a:ext>
              </a:extLst>
            </p:cNvPr>
            <p:cNvSpPr txBox="1"/>
            <p:nvPr/>
          </p:nvSpPr>
          <p:spPr>
            <a:xfrm>
              <a:off x="4006583" y="391690"/>
              <a:ext cx="3048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dirty="0"/>
                <a:t>E</a:t>
              </a:r>
            </a:p>
          </p:txBody>
        </p:sp>
        <p:cxnSp>
          <p:nvCxnSpPr>
            <p:cNvPr id="280" name="Rak pilkoppling 279">
              <a:extLst>
                <a:ext uri="{FF2B5EF4-FFF2-40B4-BE49-F238E27FC236}">
                  <a16:creationId xmlns:a16="http://schemas.microsoft.com/office/drawing/2014/main" id="{9192B791-A63A-4917-B7DA-0BCDA8AB0163}"/>
                </a:ext>
              </a:extLst>
            </p:cNvPr>
            <p:cNvCxnSpPr>
              <a:cxnSpLocks/>
            </p:cNvCxnSpPr>
            <p:nvPr/>
          </p:nvCxnSpPr>
          <p:spPr>
            <a:xfrm>
              <a:off x="4155648" y="700991"/>
              <a:ext cx="7198" cy="3758453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1" name="Rak pilkoppling 280">
            <a:extLst>
              <a:ext uri="{FF2B5EF4-FFF2-40B4-BE49-F238E27FC236}">
                <a16:creationId xmlns:a16="http://schemas.microsoft.com/office/drawing/2014/main" id="{C4E8309F-8D2C-4227-9E2A-A76116F8C8BD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411729" y="4018493"/>
            <a:ext cx="2196" cy="3994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Rak pilkoppling 281">
            <a:extLst>
              <a:ext uri="{FF2B5EF4-FFF2-40B4-BE49-F238E27FC236}">
                <a16:creationId xmlns:a16="http://schemas.microsoft.com/office/drawing/2014/main" id="{4CF574CC-9504-4625-AF14-277AC91486F9}"/>
              </a:ext>
            </a:extLst>
          </p:cNvPr>
          <p:cNvCxnSpPr>
            <a:cxnSpLocks/>
          </p:cNvCxnSpPr>
          <p:nvPr/>
        </p:nvCxnSpPr>
        <p:spPr>
          <a:xfrm flipH="1">
            <a:off x="4574539" y="4018492"/>
            <a:ext cx="2196" cy="3994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Rak pilkoppling 282">
            <a:extLst>
              <a:ext uri="{FF2B5EF4-FFF2-40B4-BE49-F238E27FC236}">
                <a16:creationId xmlns:a16="http://schemas.microsoft.com/office/drawing/2014/main" id="{7AD681D8-4CB7-4643-8169-E4C8BCAAA908}"/>
              </a:ext>
            </a:extLst>
          </p:cNvPr>
          <p:cNvCxnSpPr>
            <a:cxnSpLocks/>
          </p:cNvCxnSpPr>
          <p:nvPr/>
        </p:nvCxnSpPr>
        <p:spPr>
          <a:xfrm flipH="1">
            <a:off x="6707438" y="4028829"/>
            <a:ext cx="2196" cy="3994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Rak pilkoppling 283">
            <a:extLst>
              <a:ext uri="{FF2B5EF4-FFF2-40B4-BE49-F238E27FC236}">
                <a16:creationId xmlns:a16="http://schemas.microsoft.com/office/drawing/2014/main" id="{431DF29F-3DB7-41FA-AEC2-51B11368C2B5}"/>
              </a:ext>
            </a:extLst>
          </p:cNvPr>
          <p:cNvCxnSpPr>
            <a:cxnSpLocks/>
          </p:cNvCxnSpPr>
          <p:nvPr/>
        </p:nvCxnSpPr>
        <p:spPr>
          <a:xfrm flipH="1">
            <a:off x="8714198" y="4040069"/>
            <a:ext cx="2196" cy="39942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textruta 284">
            <a:extLst>
              <a:ext uri="{FF2B5EF4-FFF2-40B4-BE49-F238E27FC236}">
                <a16:creationId xmlns:a16="http://schemas.microsoft.com/office/drawing/2014/main" id="{9AD6339E-4C92-4D34-8C9B-FEE546163364}"/>
              </a:ext>
            </a:extLst>
          </p:cNvPr>
          <p:cNvSpPr txBox="1"/>
          <p:nvPr/>
        </p:nvSpPr>
        <p:spPr>
          <a:xfrm>
            <a:off x="1927332" y="178640"/>
            <a:ext cx="7170489" cy="156966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sv-SE" sz="1200" dirty="0"/>
              <a:t>Vid varje </a:t>
            </a:r>
            <a:r>
              <a:rPr lang="sv-SE" sz="1200" i="1" dirty="0" err="1"/>
              <a:t>Track</a:t>
            </a:r>
            <a:r>
              <a:rPr lang="sv-SE" sz="1200" i="1" dirty="0"/>
              <a:t> </a:t>
            </a:r>
            <a:r>
              <a:rPr lang="sv-SE" sz="1200" i="1" dirty="0" err="1"/>
              <a:t>path</a:t>
            </a:r>
            <a:r>
              <a:rPr lang="sv-SE" sz="1200" dirty="0"/>
              <a:t> av typen </a:t>
            </a:r>
            <a:r>
              <a:rPr lang="sv-SE" sz="1200" i="1" dirty="0" err="1"/>
              <a:t>Departure</a:t>
            </a:r>
            <a:r>
              <a:rPr lang="sv-SE" sz="1200" dirty="0"/>
              <a:t> så kollar vi om </a:t>
            </a:r>
          </a:p>
          <a:p>
            <a:r>
              <a:rPr lang="sv-SE" sz="1200" dirty="0"/>
              <a:t>det finns en </a:t>
            </a:r>
            <a:r>
              <a:rPr lang="sv-SE" sz="1200" i="1" dirty="0" err="1"/>
              <a:t>Train</a:t>
            </a:r>
            <a:r>
              <a:rPr lang="sv-SE" sz="1200" i="1" dirty="0"/>
              <a:t> </a:t>
            </a:r>
            <a:r>
              <a:rPr lang="sv-SE" sz="1200" i="1" dirty="0" err="1"/>
              <a:t>characteristics</a:t>
            </a:r>
            <a:r>
              <a:rPr lang="sv-SE" sz="1200" dirty="0"/>
              <a:t> som startar vid den platsen.</a:t>
            </a:r>
          </a:p>
          <a:p>
            <a:r>
              <a:rPr lang="sv-SE" sz="1200" dirty="0"/>
              <a:t>Vi använder den sedan tills vi kommer till en annan </a:t>
            </a:r>
            <a:r>
              <a:rPr lang="sv-SE" sz="1200" i="1" dirty="0" err="1"/>
              <a:t>Track</a:t>
            </a:r>
            <a:r>
              <a:rPr lang="sv-SE" sz="1200" i="1" dirty="0"/>
              <a:t> </a:t>
            </a:r>
            <a:r>
              <a:rPr lang="sv-SE" sz="1200" i="1" dirty="0" err="1"/>
              <a:t>path</a:t>
            </a:r>
            <a:r>
              <a:rPr lang="sv-SE" sz="1200" i="1" dirty="0"/>
              <a:t> </a:t>
            </a:r>
          </a:p>
          <a:p>
            <a:r>
              <a:rPr lang="sv-SE" sz="1200" dirty="0"/>
              <a:t>av typen </a:t>
            </a:r>
            <a:r>
              <a:rPr lang="sv-SE" sz="1200" i="1" dirty="0" err="1"/>
              <a:t>Departure</a:t>
            </a:r>
            <a:r>
              <a:rPr lang="sv-SE" sz="1200" dirty="0"/>
              <a:t> och som matchar en </a:t>
            </a:r>
            <a:r>
              <a:rPr lang="sv-SE" sz="1200" i="1" dirty="0" err="1"/>
              <a:t>Train</a:t>
            </a:r>
            <a:r>
              <a:rPr lang="sv-SE" sz="1200" i="1" dirty="0"/>
              <a:t> </a:t>
            </a:r>
            <a:r>
              <a:rPr lang="sv-SE" sz="1200" i="1" dirty="0" err="1"/>
              <a:t>characteristics</a:t>
            </a:r>
            <a:r>
              <a:rPr lang="sv-SE" sz="1200" i="1" dirty="0"/>
              <a:t>.</a:t>
            </a:r>
          </a:p>
          <a:p>
            <a:endParaRPr lang="sv-SE" sz="1200" dirty="0"/>
          </a:p>
          <a:p>
            <a:r>
              <a:rPr lang="sv-SE" sz="1200" dirty="0" err="1"/>
              <a:t>TrackPath.StartLocationSignature</a:t>
            </a:r>
            <a:r>
              <a:rPr lang="sv-SE" sz="1200" dirty="0"/>
              <a:t> == </a:t>
            </a:r>
            <a:r>
              <a:rPr lang="sv-SE" sz="1200" dirty="0" err="1"/>
              <a:t>TrainCharacteristics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Segoe UI VSS (Regular)"/>
              </a:rPr>
              <a:t>.</a:t>
            </a:r>
            <a:r>
              <a:rPr lang="sv-SE" sz="1200" dirty="0" err="1"/>
              <a:t>StartLocationSignature</a:t>
            </a:r>
            <a:endParaRPr lang="sv-SE" sz="1200" dirty="0"/>
          </a:p>
          <a:p>
            <a:endParaRPr lang="sv-SE" sz="1200" i="1" dirty="0"/>
          </a:p>
          <a:p>
            <a:r>
              <a:rPr lang="sv-SE" sz="1200" dirty="0"/>
              <a:t>En referens till aktuell </a:t>
            </a:r>
            <a:r>
              <a:rPr lang="sv-SE" sz="1200" i="1" dirty="0" err="1"/>
              <a:t>Train</a:t>
            </a:r>
            <a:r>
              <a:rPr lang="sv-SE" sz="1200" i="1" dirty="0"/>
              <a:t> </a:t>
            </a:r>
            <a:r>
              <a:rPr lang="sv-SE" sz="1200" i="1" dirty="0" err="1"/>
              <a:t>characteristics</a:t>
            </a:r>
            <a:r>
              <a:rPr lang="sv-SE" sz="1200" i="1" dirty="0"/>
              <a:t> </a:t>
            </a:r>
            <a:r>
              <a:rPr lang="sv-SE" sz="1200" dirty="0"/>
              <a:t>används sedan för varje segment vid skapande av </a:t>
            </a:r>
            <a:r>
              <a:rPr lang="sv-SE" sz="1200" i="1" dirty="0" err="1"/>
              <a:t>SegmentProfileList</a:t>
            </a:r>
            <a:r>
              <a:rPr lang="sv-SE" sz="1200" dirty="0"/>
              <a:t>.</a:t>
            </a:r>
            <a:endParaRPr lang="sv-SE" sz="1200" i="1" dirty="0"/>
          </a:p>
        </p:txBody>
      </p:sp>
      <p:sp>
        <p:nvSpPr>
          <p:cNvPr id="286" name="Ellips 285">
            <a:extLst>
              <a:ext uri="{FF2B5EF4-FFF2-40B4-BE49-F238E27FC236}">
                <a16:creationId xmlns:a16="http://schemas.microsoft.com/office/drawing/2014/main" id="{DE0AC6F6-ABEC-492F-83F9-15CBC5F472F4}"/>
              </a:ext>
            </a:extLst>
          </p:cNvPr>
          <p:cNvSpPr/>
          <p:nvPr/>
        </p:nvSpPr>
        <p:spPr>
          <a:xfrm>
            <a:off x="2366538" y="4110960"/>
            <a:ext cx="222966" cy="21928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solidFill>
                  <a:schemeClr val="bg2">
                    <a:lumMod val="25000"/>
                  </a:schemeClr>
                </a:solidFill>
              </a:rPr>
              <a:t>1</a:t>
            </a:r>
          </a:p>
        </p:txBody>
      </p:sp>
      <p:sp>
        <p:nvSpPr>
          <p:cNvPr id="287" name="Ellips 286">
            <a:extLst>
              <a:ext uri="{FF2B5EF4-FFF2-40B4-BE49-F238E27FC236}">
                <a16:creationId xmlns:a16="http://schemas.microsoft.com/office/drawing/2014/main" id="{53A87EF3-B393-4577-BDEC-E32F384FA794}"/>
              </a:ext>
            </a:extLst>
          </p:cNvPr>
          <p:cNvSpPr/>
          <p:nvPr/>
        </p:nvSpPr>
        <p:spPr>
          <a:xfrm>
            <a:off x="4515637" y="4102804"/>
            <a:ext cx="222966" cy="21928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solidFill>
                  <a:schemeClr val="bg2">
                    <a:lumMod val="25000"/>
                  </a:schemeClr>
                </a:solidFill>
              </a:rPr>
              <a:t>2</a:t>
            </a:r>
          </a:p>
        </p:txBody>
      </p:sp>
      <p:sp>
        <p:nvSpPr>
          <p:cNvPr id="288" name="Ellips 287">
            <a:extLst>
              <a:ext uri="{FF2B5EF4-FFF2-40B4-BE49-F238E27FC236}">
                <a16:creationId xmlns:a16="http://schemas.microsoft.com/office/drawing/2014/main" id="{4787ED20-45A6-442D-B0A5-55CDF24E8143}"/>
              </a:ext>
            </a:extLst>
          </p:cNvPr>
          <p:cNvSpPr/>
          <p:nvPr/>
        </p:nvSpPr>
        <p:spPr>
          <a:xfrm>
            <a:off x="6627590" y="4102804"/>
            <a:ext cx="222966" cy="21928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solidFill>
                  <a:schemeClr val="bg2">
                    <a:lumMod val="25000"/>
                  </a:schemeClr>
                </a:solidFill>
              </a:rPr>
              <a:t>3</a:t>
            </a:r>
          </a:p>
        </p:txBody>
      </p:sp>
      <p:sp>
        <p:nvSpPr>
          <p:cNvPr id="289" name="Ellips 288">
            <a:extLst>
              <a:ext uri="{FF2B5EF4-FFF2-40B4-BE49-F238E27FC236}">
                <a16:creationId xmlns:a16="http://schemas.microsoft.com/office/drawing/2014/main" id="{DBE65A1B-4CF2-4600-920B-8302A910B465}"/>
              </a:ext>
            </a:extLst>
          </p:cNvPr>
          <p:cNvSpPr/>
          <p:nvPr/>
        </p:nvSpPr>
        <p:spPr>
          <a:xfrm>
            <a:off x="8693809" y="4110960"/>
            <a:ext cx="222966" cy="21928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200" dirty="0">
                <a:solidFill>
                  <a:schemeClr val="bg2">
                    <a:lumMod val="25000"/>
                  </a:schemeClr>
                </a:solidFill>
              </a:rPr>
              <a:t>4</a:t>
            </a:r>
          </a:p>
        </p:txBody>
      </p:sp>
      <p:sp>
        <p:nvSpPr>
          <p:cNvPr id="290" name="textruta 289">
            <a:extLst>
              <a:ext uri="{FF2B5EF4-FFF2-40B4-BE49-F238E27FC236}">
                <a16:creationId xmlns:a16="http://schemas.microsoft.com/office/drawing/2014/main" id="{DAC91FF8-2D09-4F60-8240-1982055006C4}"/>
              </a:ext>
            </a:extLst>
          </p:cNvPr>
          <p:cNvSpPr txBox="1"/>
          <p:nvPr/>
        </p:nvSpPr>
        <p:spPr>
          <a:xfrm>
            <a:off x="2030850" y="5570249"/>
            <a:ext cx="3951466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sv-SE" sz="1200" dirty="0" err="1"/>
              <a:t>Departure</a:t>
            </a:r>
            <a:r>
              <a:rPr lang="sv-SE" sz="1200" dirty="0"/>
              <a:t> på A hittar </a:t>
            </a:r>
            <a:r>
              <a:rPr lang="sv-SE" sz="1200" dirty="0" err="1"/>
              <a:t>Train</a:t>
            </a:r>
            <a:r>
              <a:rPr lang="sv-SE" sz="1200" dirty="0"/>
              <a:t> </a:t>
            </a:r>
            <a:r>
              <a:rPr lang="sv-SE" sz="1200" dirty="0" err="1"/>
              <a:t>characteristics</a:t>
            </a:r>
            <a:r>
              <a:rPr lang="sv-SE" sz="1200" dirty="0"/>
              <a:t> #1 </a:t>
            </a:r>
          </a:p>
          <a:p>
            <a:pPr marL="228600" indent="-228600">
              <a:buFont typeface="+mj-lt"/>
              <a:buAutoNum type="arabicPeriod"/>
            </a:pPr>
            <a:r>
              <a:rPr lang="sv-SE" sz="1200" dirty="0" err="1"/>
              <a:t>Departure</a:t>
            </a:r>
            <a:r>
              <a:rPr lang="sv-SE" sz="1200" dirty="0"/>
              <a:t> på B hittar ingen </a:t>
            </a:r>
            <a:r>
              <a:rPr lang="sv-SE" sz="1200" dirty="0" err="1"/>
              <a:t>Train</a:t>
            </a:r>
            <a:r>
              <a:rPr lang="sv-SE" sz="1200" dirty="0"/>
              <a:t> </a:t>
            </a:r>
            <a:r>
              <a:rPr lang="sv-SE" sz="1200" dirty="0" err="1"/>
              <a:t>characteristics</a:t>
            </a:r>
            <a:r>
              <a:rPr lang="sv-SE" sz="1200" dirty="0"/>
              <a:t> som </a:t>
            </a:r>
            <a:br>
              <a:rPr lang="sv-SE" sz="1200" dirty="0"/>
            </a:br>
            <a:r>
              <a:rPr lang="sv-SE" sz="1200" dirty="0"/>
              <a:t>startar där, fortsätter att använda </a:t>
            </a:r>
            <a:r>
              <a:rPr lang="sv-SE" sz="1200" dirty="0" err="1"/>
              <a:t>Train</a:t>
            </a:r>
            <a:r>
              <a:rPr lang="sv-SE" sz="1200" dirty="0"/>
              <a:t> </a:t>
            </a:r>
            <a:r>
              <a:rPr lang="sv-SE" sz="1200" dirty="0" err="1"/>
              <a:t>characteristics</a:t>
            </a:r>
            <a:r>
              <a:rPr lang="sv-SE" sz="1200" dirty="0"/>
              <a:t> #1</a:t>
            </a:r>
          </a:p>
          <a:p>
            <a:pPr marL="228600" indent="-228600">
              <a:buFont typeface="+mj-lt"/>
              <a:buAutoNum type="arabicPeriod"/>
            </a:pPr>
            <a:r>
              <a:rPr lang="sv-SE" sz="1200" dirty="0" err="1"/>
              <a:t>Departure</a:t>
            </a:r>
            <a:r>
              <a:rPr lang="sv-SE" sz="1200" dirty="0"/>
              <a:t> på C hittar </a:t>
            </a:r>
            <a:r>
              <a:rPr lang="sv-SE" sz="1200" dirty="0" err="1"/>
              <a:t>Train</a:t>
            </a:r>
            <a:r>
              <a:rPr lang="sv-SE" sz="1200" dirty="0"/>
              <a:t> </a:t>
            </a:r>
            <a:r>
              <a:rPr lang="sv-SE" sz="1200" dirty="0" err="1"/>
              <a:t>characteristics</a:t>
            </a:r>
            <a:r>
              <a:rPr lang="sv-SE" sz="1200" dirty="0"/>
              <a:t> #2</a:t>
            </a:r>
          </a:p>
          <a:p>
            <a:pPr marL="228600" indent="-228600">
              <a:buFont typeface="+mj-lt"/>
              <a:buAutoNum type="arabicPeriod"/>
            </a:pPr>
            <a:r>
              <a:rPr lang="sv-SE" sz="1200" dirty="0" err="1"/>
              <a:t>Departure</a:t>
            </a:r>
            <a:r>
              <a:rPr lang="sv-SE" sz="1200" dirty="0"/>
              <a:t> på D hittar </a:t>
            </a:r>
            <a:r>
              <a:rPr lang="sv-SE" sz="1200" dirty="0" err="1"/>
              <a:t>Train</a:t>
            </a:r>
            <a:r>
              <a:rPr lang="sv-SE" sz="1200" dirty="0"/>
              <a:t> </a:t>
            </a:r>
            <a:r>
              <a:rPr lang="sv-SE" sz="1200" dirty="0" err="1"/>
              <a:t>characteristics</a:t>
            </a:r>
            <a:r>
              <a:rPr lang="sv-SE" sz="1200" dirty="0"/>
              <a:t> #3</a:t>
            </a:r>
          </a:p>
        </p:txBody>
      </p:sp>
    </p:spTree>
    <p:extLst>
      <p:ext uri="{BB962C8B-B14F-4D97-AF65-F5344CB8AC3E}">
        <p14:creationId xmlns:p14="http://schemas.microsoft.com/office/powerpoint/2010/main" val="3411134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F80C5402-27F8-4C46-B60B-C3E9FF4AD48F}"/>
              </a:ext>
            </a:extLst>
          </p:cNvPr>
          <p:cNvSpPr txBox="1"/>
          <p:nvPr/>
        </p:nvSpPr>
        <p:spPr>
          <a:xfrm>
            <a:off x="501757" y="2911901"/>
            <a:ext cx="2955792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7" name="textruta 6">
            <a:extLst>
              <a:ext uri="{FF2B5EF4-FFF2-40B4-BE49-F238E27FC236}">
                <a16:creationId xmlns:a16="http://schemas.microsoft.com/office/drawing/2014/main" id="{EF2E469F-3BC9-4459-9F41-7235DF0F613F}"/>
              </a:ext>
            </a:extLst>
          </p:cNvPr>
          <p:cNvSpPr txBox="1"/>
          <p:nvPr/>
        </p:nvSpPr>
        <p:spPr>
          <a:xfrm>
            <a:off x="510484" y="3760004"/>
            <a:ext cx="1941932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2" name="textruta 11">
            <a:extLst>
              <a:ext uri="{FF2B5EF4-FFF2-40B4-BE49-F238E27FC236}">
                <a16:creationId xmlns:a16="http://schemas.microsoft.com/office/drawing/2014/main" id="{129411C9-FC58-4B84-A21A-45960DBAAA78}"/>
              </a:ext>
            </a:extLst>
          </p:cNvPr>
          <p:cNvSpPr txBox="1"/>
          <p:nvPr/>
        </p:nvSpPr>
        <p:spPr>
          <a:xfrm>
            <a:off x="2131924" y="3334575"/>
            <a:ext cx="1300644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Departure</a:t>
            </a:r>
            <a:endParaRPr lang="sv-SE" sz="1200" dirty="0"/>
          </a:p>
        </p:txBody>
      </p:sp>
      <p:cxnSp>
        <p:nvCxnSpPr>
          <p:cNvPr id="13" name="Rak pilkoppling 12">
            <a:extLst>
              <a:ext uri="{FF2B5EF4-FFF2-40B4-BE49-F238E27FC236}">
                <a16:creationId xmlns:a16="http://schemas.microsoft.com/office/drawing/2014/main" id="{0ECAF769-74FE-44EE-B8A0-5C79BCEB2391}"/>
              </a:ext>
            </a:extLst>
          </p:cNvPr>
          <p:cNvCxnSpPr/>
          <p:nvPr/>
        </p:nvCxnSpPr>
        <p:spPr>
          <a:xfrm flipV="1">
            <a:off x="439066" y="5584399"/>
            <a:ext cx="610851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pilkoppling 13">
            <a:extLst>
              <a:ext uri="{FF2B5EF4-FFF2-40B4-BE49-F238E27FC236}">
                <a16:creationId xmlns:a16="http://schemas.microsoft.com/office/drawing/2014/main" id="{E079E043-5F20-439C-BB7D-24033E8AA40C}"/>
              </a:ext>
            </a:extLst>
          </p:cNvPr>
          <p:cNvCxnSpPr/>
          <p:nvPr/>
        </p:nvCxnSpPr>
        <p:spPr>
          <a:xfrm>
            <a:off x="1195403" y="5591411"/>
            <a:ext cx="156371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lips 14">
            <a:extLst>
              <a:ext uri="{FF2B5EF4-FFF2-40B4-BE49-F238E27FC236}">
                <a16:creationId xmlns:a16="http://schemas.microsoft.com/office/drawing/2014/main" id="{EE43A702-0A58-434D-AB2A-B9F0E01B75D3}"/>
              </a:ext>
            </a:extLst>
          </p:cNvPr>
          <p:cNvSpPr/>
          <p:nvPr/>
        </p:nvSpPr>
        <p:spPr>
          <a:xfrm>
            <a:off x="336288" y="556137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Ellips 15">
            <a:extLst>
              <a:ext uri="{FF2B5EF4-FFF2-40B4-BE49-F238E27FC236}">
                <a16:creationId xmlns:a16="http://schemas.microsoft.com/office/drawing/2014/main" id="{8B9AE7EE-AC87-4155-96A0-011288270050}"/>
              </a:ext>
            </a:extLst>
          </p:cNvPr>
          <p:cNvSpPr/>
          <p:nvPr/>
        </p:nvSpPr>
        <p:spPr>
          <a:xfrm>
            <a:off x="1092625" y="556137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7" name="Ellips 16">
            <a:extLst>
              <a:ext uri="{FF2B5EF4-FFF2-40B4-BE49-F238E27FC236}">
                <a16:creationId xmlns:a16="http://schemas.microsoft.com/office/drawing/2014/main" id="{3CCABF28-21D9-474A-8873-9DF4432C4C49}"/>
              </a:ext>
            </a:extLst>
          </p:cNvPr>
          <p:cNvSpPr/>
          <p:nvPr/>
        </p:nvSpPr>
        <p:spPr>
          <a:xfrm>
            <a:off x="2801823" y="556137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8" name="Rak pilkoppling 17">
            <a:extLst>
              <a:ext uri="{FF2B5EF4-FFF2-40B4-BE49-F238E27FC236}">
                <a16:creationId xmlns:a16="http://schemas.microsoft.com/office/drawing/2014/main" id="{A5C6C7B0-49B8-4D30-AB2E-3A00E2C1658F}"/>
              </a:ext>
            </a:extLst>
          </p:cNvPr>
          <p:cNvCxnSpPr/>
          <p:nvPr/>
        </p:nvCxnSpPr>
        <p:spPr>
          <a:xfrm flipV="1">
            <a:off x="2904601" y="5581298"/>
            <a:ext cx="610851" cy="310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 18">
            <a:extLst>
              <a:ext uri="{FF2B5EF4-FFF2-40B4-BE49-F238E27FC236}">
                <a16:creationId xmlns:a16="http://schemas.microsoft.com/office/drawing/2014/main" id="{7E5C170A-588E-42A2-AA6E-3D240A3C209F}"/>
              </a:ext>
            </a:extLst>
          </p:cNvPr>
          <p:cNvSpPr/>
          <p:nvPr/>
        </p:nvSpPr>
        <p:spPr>
          <a:xfrm>
            <a:off x="3558160" y="556137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0" name="Rak pilkoppling 19">
            <a:extLst>
              <a:ext uri="{FF2B5EF4-FFF2-40B4-BE49-F238E27FC236}">
                <a16:creationId xmlns:a16="http://schemas.microsoft.com/office/drawing/2014/main" id="{25BBDE12-F1F8-4886-855A-5A21861ACC01}"/>
              </a:ext>
            </a:extLst>
          </p:cNvPr>
          <p:cNvCxnSpPr/>
          <p:nvPr/>
        </p:nvCxnSpPr>
        <p:spPr>
          <a:xfrm flipV="1">
            <a:off x="1159369" y="5333864"/>
            <a:ext cx="191437" cy="1879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lips 20">
            <a:extLst>
              <a:ext uri="{FF2B5EF4-FFF2-40B4-BE49-F238E27FC236}">
                <a16:creationId xmlns:a16="http://schemas.microsoft.com/office/drawing/2014/main" id="{8AABC041-4687-424D-A894-9F07C00682C7}"/>
              </a:ext>
            </a:extLst>
          </p:cNvPr>
          <p:cNvSpPr/>
          <p:nvPr/>
        </p:nvSpPr>
        <p:spPr>
          <a:xfrm>
            <a:off x="1364154" y="526044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Ellips 21">
            <a:extLst>
              <a:ext uri="{FF2B5EF4-FFF2-40B4-BE49-F238E27FC236}">
                <a16:creationId xmlns:a16="http://schemas.microsoft.com/office/drawing/2014/main" id="{7951D9A3-94B4-4A01-B59E-D34F88297909}"/>
              </a:ext>
            </a:extLst>
          </p:cNvPr>
          <p:cNvSpPr/>
          <p:nvPr/>
        </p:nvSpPr>
        <p:spPr>
          <a:xfrm>
            <a:off x="2523619" y="5267120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3" name="Rak pilkoppling 22">
            <a:extLst>
              <a:ext uri="{FF2B5EF4-FFF2-40B4-BE49-F238E27FC236}">
                <a16:creationId xmlns:a16="http://schemas.microsoft.com/office/drawing/2014/main" id="{752A7314-513D-489F-B3BD-0DF7D6900A94}"/>
              </a:ext>
            </a:extLst>
          </p:cNvPr>
          <p:cNvCxnSpPr/>
          <p:nvPr/>
        </p:nvCxnSpPr>
        <p:spPr>
          <a:xfrm>
            <a:off x="1450924" y="5283807"/>
            <a:ext cx="103932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ak pilkoppling 23">
            <a:extLst>
              <a:ext uri="{FF2B5EF4-FFF2-40B4-BE49-F238E27FC236}">
                <a16:creationId xmlns:a16="http://schemas.microsoft.com/office/drawing/2014/main" id="{BA6D45E2-8BEA-473D-873C-BD2EDE224EEE}"/>
              </a:ext>
            </a:extLst>
          </p:cNvPr>
          <p:cNvCxnSpPr/>
          <p:nvPr/>
        </p:nvCxnSpPr>
        <p:spPr>
          <a:xfrm flipH="1" flipV="1">
            <a:off x="2590363" y="5345423"/>
            <a:ext cx="191437" cy="18797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upp 24">
            <a:extLst>
              <a:ext uri="{FF2B5EF4-FFF2-40B4-BE49-F238E27FC236}">
                <a16:creationId xmlns:a16="http://schemas.microsoft.com/office/drawing/2014/main" id="{DFFAC59E-BBC7-485F-A775-12A3608E29E6}"/>
              </a:ext>
            </a:extLst>
          </p:cNvPr>
          <p:cNvGrpSpPr/>
          <p:nvPr/>
        </p:nvGrpSpPr>
        <p:grpSpPr>
          <a:xfrm>
            <a:off x="459049" y="5340940"/>
            <a:ext cx="80542" cy="220436"/>
            <a:chOff x="1611163" y="3833956"/>
            <a:chExt cx="80542" cy="220436"/>
          </a:xfrm>
        </p:grpSpPr>
        <p:grpSp>
          <p:nvGrpSpPr>
            <p:cNvPr id="26" name="Grupp 25">
              <a:extLst>
                <a:ext uri="{FF2B5EF4-FFF2-40B4-BE49-F238E27FC236}">
                  <a16:creationId xmlns:a16="http://schemas.microsoft.com/office/drawing/2014/main" id="{683D78CF-FF31-45DE-BDF2-3D0D926BDDDC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29" name="Ellips 28">
                <a:extLst>
                  <a:ext uri="{FF2B5EF4-FFF2-40B4-BE49-F238E27FC236}">
                    <a16:creationId xmlns:a16="http://schemas.microsoft.com/office/drawing/2014/main" id="{6625F77C-D448-4443-94F5-0AAA91B055E8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30" name="Rak koppling 29">
                <a:extLst>
                  <a:ext uri="{FF2B5EF4-FFF2-40B4-BE49-F238E27FC236}">
                    <a16:creationId xmlns:a16="http://schemas.microsoft.com/office/drawing/2014/main" id="{F22CEEBF-193A-44DA-B91A-ED05E71F8846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Ellips 26">
              <a:extLst>
                <a:ext uri="{FF2B5EF4-FFF2-40B4-BE49-F238E27FC236}">
                  <a16:creationId xmlns:a16="http://schemas.microsoft.com/office/drawing/2014/main" id="{84422858-1B6D-4B6B-A9E1-C39DA679A241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8" name="Ellips 27">
              <a:extLst>
                <a:ext uri="{FF2B5EF4-FFF2-40B4-BE49-F238E27FC236}">
                  <a16:creationId xmlns:a16="http://schemas.microsoft.com/office/drawing/2014/main" id="{DEFB9DFD-4947-430D-A7E9-0617E87486AD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31" name="Grupp 30">
            <a:extLst>
              <a:ext uri="{FF2B5EF4-FFF2-40B4-BE49-F238E27FC236}">
                <a16:creationId xmlns:a16="http://schemas.microsoft.com/office/drawing/2014/main" id="{BD2F97D0-06E0-4D7C-BF7C-90367D9D7A30}"/>
              </a:ext>
            </a:extLst>
          </p:cNvPr>
          <p:cNvGrpSpPr/>
          <p:nvPr/>
        </p:nvGrpSpPr>
        <p:grpSpPr>
          <a:xfrm>
            <a:off x="2409707" y="5046684"/>
            <a:ext cx="80542" cy="220436"/>
            <a:chOff x="1611163" y="3833956"/>
            <a:chExt cx="80542" cy="220436"/>
          </a:xfrm>
        </p:grpSpPr>
        <p:grpSp>
          <p:nvGrpSpPr>
            <p:cNvPr id="32" name="Grupp 31">
              <a:extLst>
                <a:ext uri="{FF2B5EF4-FFF2-40B4-BE49-F238E27FC236}">
                  <a16:creationId xmlns:a16="http://schemas.microsoft.com/office/drawing/2014/main" id="{CF254BCF-6CC5-4CA7-AAB2-550C58ABF354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35" name="Ellips 34">
                <a:extLst>
                  <a:ext uri="{FF2B5EF4-FFF2-40B4-BE49-F238E27FC236}">
                    <a16:creationId xmlns:a16="http://schemas.microsoft.com/office/drawing/2014/main" id="{437A79F4-C03C-45E3-90B9-655AA428A2D1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36" name="Rak koppling 35">
                <a:extLst>
                  <a:ext uri="{FF2B5EF4-FFF2-40B4-BE49-F238E27FC236}">
                    <a16:creationId xmlns:a16="http://schemas.microsoft.com/office/drawing/2014/main" id="{D12E0FE8-23AA-422A-91C3-3AB8D9297A48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Ellips 32">
              <a:extLst>
                <a:ext uri="{FF2B5EF4-FFF2-40B4-BE49-F238E27FC236}">
                  <a16:creationId xmlns:a16="http://schemas.microsoft.com/office/drawing/2014/main" id="{0C9BBA52-019C-47A1-BD94-7D309311933B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4" name="Ellips 33">
              <a:extLst>
                <a:ext uri="{FF2B5EF4-FFF2-40B4-BE49-F238E27FC236}">
                  <a16:creationId xmlns:a16="http://schemas.microsoft.com/office/drawing/2014/main" id="{EEE3F294-B621-48BE-8118-7C43D3F9BD04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37" name="Grupp 36">
            <a:extLst>
              <a:ext uri="{FF2B5EF4-FFF2-40B4-BE49-F238E27FC236}">
                <a16:creationId xmlns:a16="http://schemas.microsoft.com/office/drawing/2014/main" id="{E86B3A2F-4605-4804-8CD3-A8776D9831C7}"/>
              </a:ext>
            </a:extLst>
          </p:cNvPr>
          <p:cNvGrpSpPr/>
          <p:nvPr/>
        </p:nvGrpSpPr>
        <p:grpSpPr>
          <a:xfrm>
            <a:off x="2410120" y="5345059"/>
            <a:ext cx="80542" cy="220436"/>
            <a:chOff x="1611163" y="3833956"/>
            <a:chExt cx="80542" cy="220436"/>
          </a:xfrm>
        </p:grpSpPr>
        <p:grpSp>
          <p:nvGrpSpPr>
            <p:cNvPr id="38" name="Grupp 37">
              <a:extLst>
                <a:ext uri="{FF2B5EF4-FFF2-40B4-BE49-F238E27FC236}">
                  <a16:creationId xmlns:a16="http://schemas.microsoft.com/office/drawing/2014/main" id="{CDB1218A-6A53-498D-AF82-53D8A3645C55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41" name="Ellips 40">
                <a:extLst>
                  <a:ext uri="{FF2B5EF4-FFF2-40B4-BE49-F238E27FC236}">
                    <a16:creationId xmlns:a16="http://schemas.microsoft.com/office/drawing/2014/main" id="{BE08A4CE-9FBF-4ED3-B1B4-020320DA6E9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42" name="Rak koppling 41">
                <a:extLst>
                  <a:ext uri="{FF2B5EF4-FFF2-40B4-BE49-F238E27FC236}">
                    <a16:creationId xmlns:a16="http://schemas.microsoft.com/office/drawing/2014/main" id="{34D5CAEC-4E47-418E-A689-4341A3E66BA0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Ellips 38">
              <a:extLst>
                <a:ext uri="{FF2B5EF4-FFF2-40B4-BE49-F238E27FC236}">
                  <a16:creationId xmlns:a16="http://schemas.microsoft.com/office/drawing/2014/main" id="{488BF438-7121-47C5-B908-999BB855721A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0" name="Ellips 39">
              <a:extLst>
                <a:ext uri="{FF2B5EF4-FFF2-40B4-BE49-F238E27FC236}">
                  <a16:creationId xmlns:a16="http://schemas.microsoft.com/office/drawing/2014/main" id="{735A7D16-23D9-43C8-B9B1-B44A240728F3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43" name="Grupp 42">
            <a:extLst>
              <a:ext uri="{FF2B5EF4-FFF2-40B4-BE49-F238E27FC236}">
                <a16:creationId xmlns:a16="http://schemas.microsoft.com/office/drawing/2014/main" id="{CE9EC606-D96C-4718-99E6-761B4A0C7535}"/>
              </a:ext>
            </a:extLst>
          </p:cNvPr>
          <p:cNvGrpSpPr/>
          <p:nvPr/>
        </p:nvGrpSpPr>
        <p:grpSpPr>
          <a:xfrm>
            <a:off x="3415993" y="5342958"/>
            <a:ext cx="80542" cy="220436"/>
            <a:chOff x="1611163" y="3833956"/>
            <a:chExt cx="80542" cy="220436"/>
          </a:xfrm>
        </p:grpSpPr>
        <p:grpSp>
          <p:nvGrpSpPr>
            <p:cNvPr id="44" name="Grupp 43">
              <a:extLst>
                <a:ext uri="{FF2B5EF4-FFF2-40B4-BE49-F238E27FC236}">
                  <a16:creationId xmlns:a16="http://schemas.microsoft.com/office/drawing/2014/main" id="{3F41FA04-F925-4854-A883-1D76F722644E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47" name="Ellips 46">
                <a:extLst>
                  <a:ext uri="{FF2B5EF4-FFF2-40B4-BE49-F238E27FC236}">
                    <a16:creationId xmlns:a16="http://schemas.microsoft.com/office/drawing/2014/main" id="{B31183F3-0D53-42D1-93AE-29B927F569D5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48" name="Rak koppling 47">
                <a:extLst>
                  <a:ext uri="{FF2B5EF4-FFF2-40B4-BE49-F238E27FC236}">
                    <a16:creationId xmlns:a16="http://schemas.microsoft.com/office/drawing/2014/main" id="{7A7C84C2-AF90-47BD-9E9E-5DF4EE17961C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Ellips 44">
              <a:extLst>
                <a:ext uri="{FF2B5EF4-FFF2-40B4-BE49-F238E27FC236}">
                  <a16:creationId xmlns:a16="http://schemas.microsoft.com/office/drawing/2014/main" id="{B0A57955-B6A8-4B81-A0A8-8D92C8FBAB0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6" name="Ellips 45">
              <a:extLst>
                <a:ext uri="{FF2B5EF4-FFF2-40B4-BE49-F238E27FC236}">
                  <a16:creationId xmlns:a16="http://schemas.microsoft.com/office/drawing/2014/main" id="{75F292C5-C7BA-4EC7-A615-06DEBFE3744B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49" name="textruta 48">
            <a:extLst>
              <a:ext uri="{FF2B5EF4-FFF2-40B4-BE49-F238E27FC236}">
                <a16:creationId xmlns:a16="http://schemas.microsoft.com/office/drawing/2014/main" id="{6DDF08D7-A2B3-4C61-90EB-61B77622D981}"/>
              </a:ext>
            </a:extLst>
          </p:cNvPr>
          <p:cNvSpPr txBox="1"/>
          <p:nvPr/>
        </p:nvSpPr>
        <p:spPr>
          <a:xfrm>
            <a:off x="1997328" y="2398951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X</a:t>
            </a:r>
          </a:p>
        </p:txBody>
      </p:sp>
      <p:sp>
        <p:nvSpPr>
          <p:cNvPr id="51" name="textruta 50">
            <a:extLst>
              <a:ext uri="{FF2B5EF4-FFF2-40B4-BE49-F238E27FC236}">
                <a16:creationId xmlns:a16="http://schemas.microsoft.com/office/drawing/2014/main" id="{041C58A0-D72A-43C7-90A3-F31CCF46DE6F}"/>
              </a:ext>
            </a:extLst>
          </p:cNvPr>
          <p:cNvSpPr txBox="1"/>
          <p:nvPr/>
        </p:nvSpPr>
        <p:spPr>
          <a:xfrm>
            <a:off x="1949021" y="5326880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#1</a:t>
            </a:r>
          </a:p>
        </p:txBody>
      </p:sp>
      <p:grpSp>
        <p:nvGrpSpPr>
          <p:cNvPr id="52" name="Grupp 51">
            <a:extLst>
              <a:ext uri="{FF2B5EF4-FFF2-40B4-BE49-F238E27FC236}">
                <a16:creationId xmlns:a16="http://schemas.microsoft.com/office/drawing/2014/main" id="{26F800C3-6DFA-46A8-8351-5F1DE93F86F8}"/>
              </a:ext>
            </a:extLst>
          </p:cNvPr>
          <p:cNvGrpSpPr/>
          <p:nvPr/>
        </p:nvGrpSpPr>
        <p:grpSpPr>
          <a:xfrm>
            <a:off x="1504779" y="5049783"/>
            <a:ext cx="80542" cy="220436"/>
            <a:chOff x="1611163" y="3833956"/>
            <a:chExt cx="80542" cy="220436"/>
          </a:xfrm>
        </p:grpSpPr>
        <p:grpSp>
          <p:nvGrpSpPr>
            <p:cNvPr id="53" name="Grupp 52">
              <a:extLst>
                <a:ext uri="{FF2B5EF4-FFF2-40B4-BE49-F238E27FC236}">
                  <a16:creationId xmlns:a16="http://schemas.microsoft.com/office/drawing/2014/main" id="{C8836D97-D3B8-4A9C-BAF7-2CB6D5576AE7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56" name="Ellips 55">
                <a:extLst>
                  <a:ext uri="{FF2B5EF4-FFF2-40B4-BE49-F238E27FC236}">
                    <a16:creationId xmlns:a16="http://schemas.microsoft.com/office/drawing/2014/main" id="{6EC79F4E-AD61-41F1-9A7D-DEDFDB0D0A12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57" name="Rak koppling 56">
                <a:extLst>
                  <a:ext uri="{FF2B5EF4-FFF2-40B4-BE49-F238E27FC236}">
                    <a16:creationId xmlns:a16="http://schemas.microsoft.com/office/drawing/2014/main" id="{825D625D-78D4-4B27-9B8E-37F899D6F54B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Ellips 53">
              <a:extLst>
                <a:ext uri="{FF2B5EF4-FFF2-40B4-BE49-F238E27FC236}">
                  <a16:creationId xmlns:a16="http://schemas.microsoft.com/office/drawing/2014/main" id="{DD326835-53B5-4B0A-95FA-35DAF89698D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5" name="Ellips 54">
              <a:extLst>
                <a:ext uri="{FF2B5EF4-FFF2-40B4-BE49-F238E27FC236}">
                  <a16:creationId xmlns:a16="http://schemas.microsoft.com/office/drawing/2014/main" id="{48FDC357-0315-4521-96E5-94EFA31DFD15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58" name="Grupp 57">
            <a:extLst>
              <a:ext uri="{FF2B5EF4-FFF2-40B4-BE49-F238E27FC236}">
                <a16:creationId xmlns:a16="http://schemas.microsoft.com/office/drawing/2014/main" id="{DBC0F0ED-4832-4344-93B6-BB59272EC56D}"/>
              </a:ext>
            </a:extLst>
          </p:cNvPr>
          <p:cNvGrpSpPr/>
          <p:nvPr/>
        </p:nvGrpSpPr>
        <p:grpSpPr>
          <a:xfrm>
            <a:off x="1505192" y="5348158"/>
            <a:ext cx="80542" cy="220436"/>
            <a:chOff x="1611163" y="3833956"/>
            <a:chExt cx="80542" cy="220436"/>
          </a:xfrm>
        </p:grpSpPr>
        <p:grpSp>
          <p:nvGrpSpPr>
            <p:cNvPr id="59" name="Grupp 58">
              <a:extLst>
                <a:ext uri="{FF2B5EF4-FFF2-40B4-BE49-F238E27FC236}">
                  <a16:creationId xmlns:a16="http://schemas.microsoft.com/office/drawing/2014/main" id="{2FC487B6-FBB2-4495-9DBF-ACB659DEADF0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62" name="Ellips 61">
                <a:extLst>
                  <a:ext uri="{FF2B5EF4-FFF2-40B4-BE49-F238E27FC236}">
                    <a16:creationId xmlns:a16="http://schemas.microsoft.com/office/drawing/2014/main" id="{A2C6572D-CCA8-4927-8629-0C1BDCF76AB0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63" name="Rak koppling 62">
                <a:extLst>
                  <a:ext uri="{FF2B5EF4-FFF2-40B4-BE49-F238E27FC236}">
                    <a16:creationId xmlns:a16="http://schemas.microsoft.com/office/drawing/2014/main" id="{766E2EF8-B514-4B7A-A4EC-C7514E1ADE21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0" name="Ellips 59">
              <a:extLst>
                <a:ext uri="{FF2B5EF4-FFF2-40B4-BE49-F238E27FC236}">
                  <a16:creationId xmlns:a16="http://schemas.microsoft.com/office/drawing/2014/main" id="{70E38F5D-B78A-4F89-B98B-C12A43BE2EF2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1" name="Ellips 60">
              <a:extLst>
                <a:ext uri="{FF2B5EF4-FFF2-40B4-BE49-F238E27FC236}">
                  <a16:creationId xmlns:a16="http://schemas.microsoft.com/office/drawing/2014/main" id="{D9636D28-5101-4FFC-9647-7891FD040CCF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67" name="Rak pilkoppling 66">
            <a:extLst>
              <a:ext uri="{FF2B5EF4-FFF2-40B4-BE49-F238E27FC236}">
                <a16:creationId xmlns:a16="http://schemas.microsoft.com/office/drawing/2014/main" id="{941E2FE7-3CBE-419B-AEB3-AFF87EAA065D}"/>
              </a:ext>
            </a:extLst>
          </p:cNvPr>
          <p:cNvCxnSpPr>
            <a:cxnSpLocks/>
            <a:stCxn id="49" idx="2"/>
          </p:cNvCxnSpPr>
          <p:nvPr/>
        </p:nvCxnSpPr>
        <p:spPr>
          <a:xfrm flipH="1">
            <a:off x="2143172" y="2768283"/>
            <a:ext cx="6602" cy="3333293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Rak pilkoppling 69">
            <a:extLst>
              <a:ext uri="{FF2B5EF4-FFF2-40B4-BE49-F238E27FC236}">
                <a16:creationId xmlns:a16="http://schemas.microsoft.com/office/drawing/2014/main" id="{A78FC906-8C06-4740-A604-C014469EAA15}"/>
              </a:ext>
            </a:extLst>
          </p:cNvPr>
          <p:cNvCxnSpPr/>
          <p:nvPr/>
        </p:nvCxnSpPr>
        <p:spPr>
          <a:xfrm flipV="1">
            <a:off x="4605185" y="5571695"/>
            <a:ext cx="610851" cy="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Rak pilkoppling 70">
            <a:extLst>
              <a:ext uri="{FF2B5EF4-FFF2-40B4-BE49-F238E27FC236}">
                <a16:creationId xmlns:a16="http://schemas.microsoft.com/office/drawing/2014/main" id="{7A71FE69-CA41-42E0-A1B1-94FED50CFBB6}"/>
              </a:ext>
            </a:extLst>
          </p:cNvPr>
          <p:cNvCxnSpPr/>
          <p:nvPr/>
        </p:nvCxnSpPr>
        <p:spPr>
          <a:xfrm>
            <a:off x="5361522" y="5578707"/>
            <a:ext cx="156371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lips 71">
            <a:extLst>
              <a:ext uri="{FF2B5EF4-FFF2-40B4-BE49-F238E27FC236}">
                <a16:creationId xmlns:a16="http://schemas.microsoft.com/office/drawing/2014/main" id="{7E20877D-FFA1-43A6-8C54-64896C504C85}"/>
              </a:ext>
            </a:extLst>
          </p:cNvPr>
          <p:cNvSpPr/>
          <p:nvPr/>
        </p:nvSpPr>
        <p:spPr>
          <a:xfrm>
            <a:off x="4502407" y="554867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3" name="Ellips 72">
            <a:extLst>
              <a:ext uri="{FF2B5EF4-FFF2-40B4-BE49-F238E27FC236}">
                <a16:creationId xmlns:a16="http://schemas.microsoft.com/office/drawing/2014/main" id="{533CF8DE-17E3-43F8-999C-BB96F8D994B0}"/>
              </a:ext>
            </a:extLst>
          </p:cNvPr>
          <p:cNvSpPr/>
          <p:nvPr/>
        </p:nvSpPr>
        <p:spPr>
          <a:xfrm>
            <a:off x="5258744" y="554867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4" name="Ellips 73">
            <a:extLst>
              <a:ext uri="{FF2B5EF4-FFF2-40B4-BE49-F238E27FC236}">
                <a16:creationId xmlns:a16="http://schemas.microsoft.com/office/drawing/2014/main" id="{3BFA3BBE-C9A3-4CC2-BE3E-D60DE971BBEE}"/>
              </a:ext>
            </a:extLst>
          </p:cNvPr>
          <p:cNvSpPr/>
          <p:nvPr/>
        </p:nvSpPr>
        <p:spPr>
          <a:xfrm>
            <a:off x="6967942" y="554867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5" name="Rak pilkoppling 74">
            <a:extLst>
              <a:ext uri="{FF2B5EF4-FFF2-40B4-BE49-F238E27FC236}">
                <a16:creationId xmlns:a16="http://schemas.microsoft.com/office/drawing/2014/main" id="{99927B99-B7C2-40CB-B060-83A12E87EA4E}"/>
              </a:ext>
            </a:extLst>
          </p:cNvPr>
          <p:cNvCxnSpPr/>
          <p:nvPr/>
        </p:nvCxnSpPr>
        <p:spPr>
          <a:xfrm flipV="1">
            <a:off x="7070720" y="5568594"/>
            <a:ext cx="610851" cy="310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Ellips 75">
            <a:extLst>
              <a:ext uri="{FF2B5EF4-FFF2-40B4-BE49-F238E27FC236}">
                <a16:creationId xmlns:a16="http://schemas.microsoft.com/office/drawing/2014/main" id="{52D074F4-7383-4F8D-A819-320C747424C4}"/>
              </a:ext>
            </a:extLst>
          </p:cNvPr>
          <p:cNvSpPr/>
          <p:nvPr/>
        </p:nvSpPr>
        <p:spPr>
          <a:xfrm>
            <a:off x="7724279" y="554867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77" name="Rak pilkoppling 76">
            <a:extLst>
              <a:ext uri="{FF2B5EF4-FFF2-40B4-BE49-F238E27FC236}">
                <a16:creationId xmlns:a16="http://schemas.microsoft.com/office/drawing/2014/main" id="{FD57629A-73AA-4FA0-9A13-762BBCAE1EF3}"/>
              </a:ext>
            </a:extLst>
          </p:cNvPr>
          <p:cNvCxnSpPr/>
          <p:nvPr/>
        </p:nvCxnSpPr>
        <p:spPr>
          <a:xfrm flipV="1">
            <a:off x="5325488" y="5321160"/>
            <a:ext cx="191437" cy="18797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Ellips 77">
            <a:extLst>
              <a:ext uri="{FF2B5EF4-FFF2-40B4-BE49-F238E27FC236}">
                <a16:creationId xmlns:a16="http://schemas.microsoft.com/office/drawing/2014/main" id="{60340B14-FBC8-4BAA-8AAD-55D199AF412D}"/>
              </a:ext>
            </a:extLst>
          </p:cNvPr>
          <p:cNvSpPr/>
          <p:nvPr/>
        </p:nvSpPr>
        <p:spPr>
          <a:xfrm>
            <a:off x="5530273" y="5247742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9" name="Ellips 78">
            <a:extLst>
              <a:ext uri="{FF2B5EF4-FFF2-40B4-BE49-F238E27FC236}">
                <a16:creationId xmlns:a16="http://schemas.microsoft.com/office/drawing/2014/main" id="{CFCB67C3-5B0C-4792-9EF8-813954A3FF3F}"/>
              </a:ext>
            </a:extLst>
          </p:cNvPr>
          <p:cNvSpPr/>
          <p:nvPr/>
        </p:nvSpPr>
        <p:spPr>
          <a:xfrm>
            <a:off x="6689738" y="5254416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80" name="Rak pilkoppling 79">
            <a:extLst>
              <a:ext uri="{FF2B5EF4-FFF2-40B4-BE49-F238E27FC236}">
                <a16:creationId xmlns:a16="http://schemas.microsoft.com/office/drawing/2014/main" id="{35F9D7A3-CF84-4D60-8C57-23F54A442A31}"/>
              </a:ext>
            </a:extLst>
          </p:cNvPr>
          <p:cNvCxnSpPr/>
          <p:nvPr/>
        </p:nvCxnSpPr>
        <p:spPr>
          <a:xfrm>
            <a:off x="5617043" y="5271103"/>
            <a:ext cx="103932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Rak pilkoppling 80">
            <a:extLst>
              <a:ext uri="{FF2B5EF4-FFF2-40B4-BE49-F238E27FC236}">
                <a16:creationId xmlns:a16="http://schemas.microsoft.com/office/drawing/2014/main" id="{8A992E55-E269-4DE8-8B9A-35C1C0F29F49}"/>
              </a:ext>
            </a:extLst>
          </p:cNvPr>
          <p:cNvCxnSpPr/>
          <p:nvPr/>
        </p:nvCxnSpPr>
        <p:spPr>
          <a:xfrm flipH="1" flipV="1">
            <a:off x="6756482" y="5332719"/>
            <a:ext cx="191437" cy="18797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Grupp 81">
            <a:extLst>
              <a:ext uri="{FF2B5EF4-FFF2-40B4-BE49-F238E27FC236}">
                <a16:creationId xmlns:a16="http://schemas.microsoft.com/office/drawing/2014/main" id="{031FD607-729F-4808-8DE6-2C20A4EC48FF}"/>
              </a:ext>
            </a:extLst>
          </p:cNvPr>
          <p:cNvGrpSpPr/>
          <p:nvPr/>
        </p:nvGrpSpPr>
        <p:grpSpPr>
          <a:xfrm>
            <a:off x="4625168" y="5328236"/>
            <a:ext cx="80542" cy="220436"/>
            <a:chOff x="1611163" y="3833956"/>
            <a:chExt cx="80542" cy="220436"/>
          </a:xfrm>
        </p:grpSpPr>
        <p:grpSp>
          <p:nvGrpSpPr>
            <p:cNvPr id="83" name="Grupp 82">
              <a:extLst>
                <a:ext uri="{FF2B5EF4-FFF2-40B4-BE49-F238E27FC236}">
                  <a16:creationId xmlns:a16="http://schemas.microsoft.com/office/drawing/2014/main" id="{8F4750F5-BE2A-472C-9EDB-CB54ED1B242C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86" name="Ellips 85">
                <a:extLst>
                  <a:ext uri="{FF2B5EF4-FFF2-40B4-BE49-F238E27FC236}">
                    <a16:creationId xmlns:a16="http://schemas.microsoft.com/office/drawing/2014/main" id="{E6883AEA-0765-4AA5-B861-CC92AAC79A69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87" name="Rak koppling 86">
                <a:extLst>
                  <a:ext uri="{FF2B5EF4-FFF2-40B4-BE49-F238E27FC236}">
                    <a16:creationId xmlns:a16="http://schemas.microsoft.com/office/drawing/2014/main" id="{492C98C7-781B-4B44-AF4B-6558FF8D16A4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4" name="Ellips 83">
              <a:extLst>
                <a:ext uri="{FF2B5EF4-FFF2-40B4-BE49-F238E27FC236}">
                  <a16:creationId xmlns:a16="http://schemas.microsoft.com/office/drawing/2014/main" id="{1F26CFC4-55CC-4CB1-8DA1-AF8BD066CEC7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5" name="Ellips 84">
              <a:extLst>
                <a:ext uri="{FF2B5EF4-FFF2-40B4-BE49-F238E27FC236}">
                  <a16:creationId xmlns:a16="http://schemas.microsoft.com/office/drawing/2014/main" id="{D646E6E0-03BC-4507-8436-567A75BC8399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88" name="Grupp 87">
            <a:extLst>
              <a:ext uri="{FF2B5EF4-FFF2-40B4-BE49-F238E27FC236}">
                <a16:creationId xmlns:a16="http://schemas.microsoft.com/office/drawing/2014/main" id="{4989C8D9-477E-4B25-A463-A99253695A2A}"/>
              </a:ext>
            </a:extLst>
          </p:cNvPr>
          <p:cNvGrpSpPr/>
          <p:nvPr/>
        </p:nvGrpSpPr>
        <p:grpSpPr>
          <a:xfrm>
            <a:off x="6575826" y="5033980"/>
            <a:ext cx="80542" cy="220436"/>
            <a:chOff x="1611163" y="3833956"/>
            <a:chExt cx="80542" cy="220436"/>
          </a:xfrm>
        </p:grpSpPr>
        <p:grpSp>
          <p:nvGrpSpPr>
            <p:cNvPr id="89" name="Grupp 88">
              <a:extLst>
                <a:ext uri="{FF2B5EF4-FFF2-40B4-BE49-F238E27FC236}">
                  <a16:creationId xmlns:a16="http://schemas.microsoft.com/office/drawing/2014/main" id="{1323CE8B-3916-4DA6-BAC5-14E5FDF2DC1C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92" name="Ellips 91">
                <a:extLst>
                  <a:ext uri="{FF2B5EF4-FFF2-40B4-BE49-F238E27FC236}">
                    <a16:creationId xmlns:a16="http://schemas.microsoft.com/office/drawing/2014/main" id="{615BAC7B-14D6-44E7-9521-1286D6812CB2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93" name="Rak koppling 92">
                <a:extLst>
                  <a:ext uri="{FF2B5EF4-FFF2-40B4-BE49-F238E27FC236}">
                    <a16:creationId xmlns:a16="http://schemas.microsoft.com/office/drawing/2014/main" id="{6FF7BB5C-D21F-467B-9864-D592CCEAB33D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Ellips 89">
              <a:extLst>
                <a:ext uri="{FF2B5EF4-FFF2-40B4-BE49-F238E27FC236}">
                  <a16:creationId xmlns:a16="http://schemas.microsoft.com/office/drawing/2014/main" id="{DFD4EFA2-11EF-4C91-BE56-36ECFFE2762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1" name="Ellips 90">
              <a:extLst>
                <a:ext uri="{FF2B5EF4-FFF2-40B4-BE49-F238E27FC236}">
                  <a16:creationId xmlns:a16="http://schemas.microsoft.com/office/drawing/2014/main" id="{74355B20-5921-4E98-A02F-E4AE91696B40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94" name="Grupp 93">
            <a:extLst>
              <a:ext uri="{FF2B5EF4-FFF2-40B4-BE49-F238E27FC236}">
                <a16:creationId xmlns:a16="http://schemas.microsoft.com/office/drawing/2014/main" id="{CD99CF37-64B5-426D-A57F-AD89648616B6}"/>
              </a:ext>
            </a:extLst>
          </p:cNvPr>
          <p:cNvGrpSpPr/>
          <p:nvPr/>
        </p:nvGrpSpPr>
        <p:grpSpPr>
          <a:xfrm>
            <a:off x="6576239" y="5332355"/>
            <a:ext cx="80542" cy="220436"/>
            <a:chOff x="1611163" y="3833956"/>
            <a:chExt cx="80542" cy="220436"/>
          </a:xfrm>
        </p:grpSpPr>
        <p:grpSp>
          <p:nvGrpSpPr>
            <p:cNvPr id="95" name="Grupp 94">
              <a:extLst>
                <a:ext uri="{FF2B5EF4-FFF2-40B4-BE49-F238E27FC236}">
                  <a16:creationId xmlns:a16="http://schemas.microsoft.com/office/drawing/2014/main" id="{31651A92-129F-4BEB-8276-6984C46590E7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98" name="Ellips 97">
                <a:extLst>
                  <a:ext uri="{FF2B5EF4-FFF2-40B4-BE49-F238E27FC236}">
                    <a16:creationId xmlns:a16="http://schemas.microsoft.com/office/drawing/2014/main" id="{DF036460-18DB-4399-B09B-1A44D5A52D8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99" name="Rak koppling 98">
                <a:extLst>
                  <a:ext uri="{FF2B5EF4-FFF2-40B4-BE49-F238E27FC236}">
                    <a16:creationId xmlns:a16="http://schemas.microsoft.com/office/drawing/2014/main" id="{2DD511D1-719C-4801-99E7-0DE434D15213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6" name="Ellips 95">
              <a:extLst>
                <a:ext uri="{FF2B5EF4-FFF2-40B4-BE49-F238E27FC236}">
                  <a16:creationId xmlns:a16="http://schemas.microsoft.com/office/drawing/2014/main" id="{8ADC3F93-8E9D-4AA4-A5F1-0B8D9BE6AE77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7" name="Ellips 96">
              <a:extLst>
                <a:ext uri="{FF2B5EF4-FFF2-40B4-BE49-F238E27FC236}">
                  <a16:creationId xmlns:a16="http://schemas.microsoft.com/office/drawing/2014/main" id="{D20DFE9F-95EC-44A1-8E30-07701B9BF9DB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00" name="Grupp 99">
            <a:extLst>
              <a:ext uri="{FF2B5EF4-FFF2-40B4-BE49-F238E27FC236}">
                <a16:creationId xmlns:a16="http://schemas.microsoft.com/office/drawing/2014/main" id="{6F05E38B-EBBA-4D43-BA2E-E5D2D1F8802A}"/>
              </a:ext>
            </a:extLst>
          </p:cNvPr>
          <p:cNvGrpSpPr/>
          <p:nvPr/>
        </p:nvGrpSpPr>
        <p:grpSpPr>
          <a:xfrm>
            <a:off x="7582112" y="5330254"/>
            <a:ext cx="80542" cy="220436"/>
            <a:chOff x="1611163" y="3833956"/>
            <a:chExt cx="80542" cy="220436"/>
          </a:xfrm>
        </p:grpSpPr>
        <p:grpSp>
          <p:nvGrpSpPr>
            <p:cNvPr id="101" name="Grupp 100">
              <a:extLst>
                <a:ext uri="{FF2B5EF4-FFF2-40B4-BE49-F238E27FC236}">
                  <a16:creationId xmlns:a16="http://schemas.microsoft.com/office/drawing/2014/main" id="{7D307178-CAC2-4BA0-A557-05C878B4BBC6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04" name="Ellips 103">
                <a:extLst>
                  <a:ext uri="{FF2B5EF4-FFF2-40B4-BE49-F238E27FC236}">
                    <a16:creationId xmlns:a16="http://schemas.microsoft.com/office/drawing/2014/main" id="{3CBD1329-00D0-46A9-A4A9-E42F477CA5F0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05" name="Rak koppling 104">
                <a:extLst>
                  <a:ext uri="{FF2B5EF4-FFF2-40B4-BE49-F238E27FC236}">
                    <a16:creationId xmlns:a16="http://schemas.microsoft.com/office/drawing/2014/main" id="{753721A7-BE2C-4CFA-AF30-30D710A50B7D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Ellips 101">
              <a:extLst>
                <a:ext uri="{FF2B5EF4-FFF2-40B4-BE49-F238E27FC236}">
                  <a16:creationId xmlns:a16="http://schemas.microsoft.com/office/drawing/2014/main" id="{3B2DBCCE-AFFC-491C-AE79-0AFD2576449B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03" name="Ellips 102">
              <a:extLst>
                <a:ext uri="{FF2B5EF4-FFF2-40B4-BE49-F238E27FC236}">
                  <a16:creationId xmlns:a16="http://schemas.microsoft.com/office/drawing/2014/main" id="{A2705B70-72B8-46E2-8160-686DC70A8BBF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06" name="textruta 105">
            <a:extLst>
              <a:ext uri="{FF2B5EF4-FFF2-40B4-BE49-F238E27FC236}">
                <a16:creationId xmlns:a16="http://schemas.microsoft.com/office/drawing/2014/main" id="{4406597B-57D6-4E74-BAB3-D349A1725DE1}"/>
              </a:ext>
            </a:extLst>
          </p:cNvPr>
          <p:cNvSpPr txBox="1"/>
          <p:nvPr/>
        </p:nvSpPr>
        <p:spPr>
          <a:xfrm>
            <a:off x="6145609" y="2398951"/>
            <a:ext cx="296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Y</a:t>
            </a:r>
          </a:p>
        </p:txBody>
      </p:sp>
      <p:sp>
        <p:nvSpPr>
          <p:cNvPr id="107" name="textruta 106">
            <a:extLst>
              <a:ext uri="{FF2B5EF4-FFF2-40B4-BE49-F238E27FC236}">
                <a16:creationId xmlns:a16="http://schemas.microsoft.com/office/drawing/2014/main" id="{E1392B82-AAAE-48F6-9038-363F1A852309}"/>
              </a:ext>
            </a:extLst>
          </p:cNvPr>
          <p:cNvSpPr txBox="1"/>
          <p:nvPr/>
        </p:nvSpPr>
        <p:spPr>
          <a:xfrm>
            <a:off x="6099609" y="5017435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#2</a:t>
            </a:r>
          </a:p>
        </p:txBody>
      </p:sp>
      <p:sp>
        <p:nvSpPr>
          <p:cNvPr id="108" name="textruta 107">
            <a:extLst>
              <a:ext uri="{FF2B5EF4-FFF2-40B4-BE49-F238E27FC236}">
                <a16:creationId xmlns:a16="http://schemas.microsoft.com/office/drawing/2014/main" id="{BB7A469F-4F15-4BD8-8AEE-44F69D1F1C16}"/>
              </a:ext>
            </a:extLst>
          </p:cNvPr>
          <p:cNvSpPr txBox="1"/>
          <p:nvPr/>
        </p:nvSpPr>
        <p:spPr>
          <a:xfrm>
            <a:off x="6115140" y="5314176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#1</a:t>
            </a:r>
          </a:p>
        </p:txBody>
      </p:sp>
      <p:grpSp>
        <p:nvGrpSpPr>
          <p:cNvPr id="109" name="Grupp 108">
            <a:extLst>
              <a:ext uri="{FF2B5EF4-FFF2-40B4-BE49-F238E27FC236}">
                <a16:creationId xmlns:a16="http://schemas.microsoft.com/office/drawing/2014/main" id="{E4DEA0BD-4D4F-4E62-B90C-4DEF6CCFE6D6}"/>
              </a:ext>
            </a:extLst>
          </p:cNvPr>
          <p:cNvGrpSpPr/>
          <p:nvPr/>
        </p:nvGrpSpPr>
        <p:grpSpPr>
          <a:xfrm>
            <a:off x="5670898" y="5037079"/>
            <a:ext cx="80542" cy="220436"/>
            <a:chOff x="1611163" y="3833956"/>
            <a:chExt cx="80542" cy="220436"/>
          </a:xfrm>
        </p:grpSpPr>
        <p:grpSp>
          <p:nvGrpSpPr>
            <p:cNvPr id="110" name="Grupp 109">
              <a:extLst>
                <a:ext uri="{FF2B5EF4-FFF2-40B4-BE49-F238E27FC236}">
                  <a16:creationId xmlns:a16="http://schemas.microsoft.com/office/drawing/2014/main" id="{B5A0C699-E3BD-4FC7-A174-C4F2A368963F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13" name="Ellips 112">
                <a:extLst>
                  <a:ext uri="{FF2B5EF4-FFF2-40B4-BE49-F238E27FC236}">
                    <a16:creationId xmlns:a16="http://schemas.microsoft.com/office/drawing/2014/main" id="{590B31DE-2A44-4828-AAD7-D07253C79B0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14" name="Rak koppling 113">
                <a:extLst>
                  <a:ext uri="{FF2B5EF4-FFF2-40B4-BE49-F238E27FC236}">
                    <a16:creationId xmlns:a16="http://schemas.microsoft.com/office/drawing/2014/main" id="{A735D140-90A9-461E-B49E-4DD4497B1493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1" name="Ellips 110">
              <a:extLst>
                <a:ext uri="{FF2B5EF4-FFF2-40B4-BE49-F238E27FC236}">
                  <a16:creationId xmlns:a16="http://schemas.microsoft.com/office/drawing/2014/main" id="{9A8ED4AF-BE2E-4946-A142-479223AAA46D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2" name="Ellips 111">
              <a:extLst>
                <a:ext uri="{FF2B5EF4-FFF2-40B4-BE49-F238E27FC236}">
                  <a16:creationId xmlns:a16="http://schemas.microsoft.com/office/drawing/2014/main" id="{48B671DA-B2A5-47DB-88A1-3F52F4FAED4E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15" name="Grupp 114">
            <a:extLst>
              <a:ext uri="{FF2B5EF4-FFF2-40B4-BE49-F238E27FC236}">
                <a16:creationId xmlns:a16="http://schemas.microsoft.com/office/drawing/2014/main" id="{BD3C389C-2B04-48DB-8879-C09EE187EAD7}"/>
              </a:ext>
            </a:extLst>
          </p:cNvPr>
          <p:cNvGrpSpPr/>
          <p:nvPr/>
        </p:nvGrpSpPr>
        <p:grpSpPr>
          <a:xfrm>
            <a:off x="5671311" y="5335454"/>
            <a:ext cx="80542" cy="220436"/>
            <a:chOff x="1611163" y="3833956"/>
            <a:chExt cx="80542" cy="220436"/>
          </a:xfrm>
        </p:grpSpPr>
        <p:grpSp>
          <p:nvGrpSpPr>
            <p:cNvPr id="116" name="Grupp 115">
              <a:extLst>
                <a:ext uri="{FF2B5EF4-FFF2-40B4-BE49-F238E27FC236}">
                  <a16:creationId xmlns:a16="http://schemas.microsoft.com/office/drawing/2014/main" id="{9BF75E3C-E99A-4846-924A-CF67493BB41F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19" name="Ellips 118">
                <a:extLst>
                  <a:ext uri="{FF2B5EF4-FFF2-40B4-BE49-F238E27FC236}">
                    <a16:creationId xmlns:a16="http://schemas.microsoft.com/office/drawing/2014/main" id="{7E2AD8C9-3D36-40C0-834C-98196420A8B7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120" name="Rak koppling 119">
                <a:extLst>
                  <a:ext uri="{FF2B5EF4-FFF2-40B4-BE49-F238E27FC236}">
                    <a16:creationId xmlns:a16="http://schemas.microsoft.com/office/drawing/2014/main" id="{44DEF4D9-5B08-4CC5-925D-A28DE1097154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7" name="Ellips 116">
              <a:extLst>
                <a:ext uri="{FF2B5EF4-FFF2-40B4-BE49-F238E27FC236}">
                  <a16:creationId xmlns:a16="http://schemas.microsoft.com/office/drawing/2014/main" id="{7B04432D-D59D-45C6-9AF1-D057B347C007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18" name="Ellips 117">
              <a:extLst>
                <a:ext uri="{FF2B5EF4-FFF2-40B4-BE49-F238E27FC236}">
                  <a16:creationId xmlns:a16="http://schemas.microsoft.com/office/drawing/2014/main" id="{9E1B5204-32B3-4468-B1DE-C7A070D2B54F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121" name="Rak pilkoppling 120">
            <a:extLst>
              <a:ext uri="{FF2B5EF4-FFF2-40B4-BE49-F238E27FC236}">
                <a16:creationId xmlns:a16="http://schemas.microsoft.com/office/drawing/2014/main" id="{F47A4B8B-CBEE-4022-A696-06151DC8885A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6294047" y="2768283"/>
            <a:ext cx="5150" cy="326034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Rak pilkoppling 123">
            <a:extLst>
              <a:ext uri="{FF2B5EF4-FFF2-40B4-BE49-F238E27FC236}">
                <a16:creationId xmlns:a16="http://schemas.microsoft.com/office/drawing/2014/main" id="{154AEFE1-A8D5-4636-8024-77E3E035096C}"/>
              </a:ext>
            </a:extLst>
          </p:cNvPr>
          <p:cNvCxnSpPr>
            <a:cxnSpLocks/>
          </p:cNvCxnSpPr>
          <p:nvPr/>
        </p:nvCxnSpPr>
        <p:spPr>
          <a:xfrm>
            <a:off x="3705519" y="5583091"/>
            <a:ext cx="728259" cy="832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ruta 125">
            <a:extLst>
              <a:ext uri="{FF2B5EF4-FFF2-40B4-BE49-F238E27FC236}">
                <a16:creationId xmlns:a16="http://schemas.microsoft.com/office/drawing/2014/main" id="{01286698-B155-4DC2-9378-BA7D02584748}"/>
              </a:ext>
            </a:extLst>
          </p:cNvPr>
          <p:cNvSpPr txBox="1"/>
          <p:nvPr/>
        </p:nvSpPr>
        <p:spPr>
          <a:xfrm>
            <a:off x="3430973" y="3334574"/>
            <a:ext cx="1234599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/>
              <a:t>Line</a:t>
            </a:r>
          </a:p>
        </p:txBody>
      </p:sp>
      <p:sp>
        <p:nvSpPr>
          <p:cNvPr id="127" name="textruta 126">
            <a:extLst>
              <a:ext uri="{FF2B5EF4-FFF2-40B4-BE49-F238E27FC236}">
                <a16:creationId xmlns:a16="http://schemas.microsoft.com/office/drawing/2014/main" id="{10B48E59-3762-4430-AF40-690A40EB2495}"/>
              </a:ext>
            </a:extLst>
          </p:cNvPr>
          <p:cNvSpPr txBox="1"/>
          <p:nvPr/>
        </p:nvSpPr>
        <p:spPr>
          <a:xfrm>
            <a:off x="4664420" y="3334135"/>
            <a:ext cx="1631319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endParaRPr lang="sv-SE" sz="1200" dirty="0"/>
          </a:p>
        </p:txBody>
      </p:sp>
      <p:sp>
        <p:nvSpPr>
          <p:cNvPr id="128" name="textruta 127">
            <a:extLst>
              <a:ext uri="{FF2B5EF4-FFF2-40B4-BE49-F238E27FC236}">
                <a16:creationId xmlns:a16="http://schemas.microsoft.com/office/drawing/2014/main" id="{7AC61409-1298-4264-90E8-F65B12ED0C6B}"/>
              </a:ext>
            </a:extLst>
          </p:cNvPr>
          <p:cNvSpPr txBox="1"/>
          <p:nvPr/>
        </p:nvSpPr>
        <p:spPr>
          <a:xfrm>
            <a:off x="2457319" y="3760004"/>
            <a:ext cx="987790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0" name="textruta 129">
            <a:extLst>
              <a:ext uri="{FF2B5EF4-FFF2-40B4-BE49-F238E27FC236}">
                <a16:creationId xmlns:a16="http://schemas.microsoft.com/office/drawing/2014/main" id="{BA00355D-4508-48AF-9306-90C5BDF36A0C}"/>
              </a:ext>
            </a:extLst>
          </p:cNvPr>
          <p:cNvSpPr txBox="1"/>
          <p:nvPr/>
        </p:nvSpPr>
        <p:spPr>
          <a:xfrm>
            <a:off x="3445109" y="3760004"/>
            <a:ext cx="1219311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1" name="textruta 130">
            <a:extLst>
              <a:ext uri="{FF2B5EF4-FFF2-40B4-BE49-F238E27FC236}">
                <a16:creationId xmlns:a16="http://schemas.microsoft.com/office/drawing/2014/main" id="{ACFF08D6-4F9D-4CF9-9309-C1B61E28C8FE}"/>
              </a:ext>
            </a:extLst>
          </p:cNvPr>
          <p:cNvSpPr txBox="1"/>
          <p:nvPr/>
        </p:nvSpPr>
        <p:spPr>
          <a:xfrm>
            <a:off x="4643915" y="3760004"/>
            <a:ext cx="1974619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7" name="textruta 136">
            <a:extLst>
              <a:ext uri="{FF2B5EF4-FFF2-40B4-BE49-F238E27FC236}">
                <a16:creationId xmlns:a16="http://schemas.microsoft.com/office/drawing/2014/main" id="{4C6A3201-13ED-49FD-9176-B66BC64BC6C9}"/>
              </a:ext>
            </a:extLst>
          </p:cNvPr>
          <p:cNvSpPr txBox="1"/>
          <p:nvPr/>
        </p:nvSpPr>
        <p:spPr>
          <a:xfrm>
            <a:off x="6618534" y="3760003"/>
            <a:ext cx="1002336" cy="276999"/>
          </a:xfrm>
          <a:prstGeom prst="rect">
            <a:avLst/>
          </a:prstGeom>
          <a:solidFill>
            <a:srgbClr val="FCE94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39" name="textruta 138">
            <a:extLst>
              <a:ext uri="{FF2B5EF4-FFF2-40B4-BE49-F238E27FC236}">
                <a16:creationId xmlns:a16="http://schemas.microsoft.com/office/drawing/2014/main" id="{17C88CA2-9B07-48E9-856C-986F699DC95D}"/>
              </a:ext>
            </a:extLst>
          </p:cNvPr>
          <p:cNvSpPr txBox="1"/>
          <p:nvPr/>
        </p:nvSpPr>
        <p:spPr>
          <a:xfrm>
            <a:off x="490122" y="3739194"/>
            <a:ext cx="12137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/>
              <a:t>Signal Route</a:t>
            </a:r>
          </a:p>
        </p:txBody>
      </p:sp>
      <p:sp>
        <p:nvSpPr>
          <p:cNvPr id="141" name="textruta 140">
            <a:extLst>
              <a:ext uri="{FF2B5EF4-FFF2-40B4-BE49-F238E27FC236}">
                <a16:creationId xmlns:a16="http://schemas.microsoft.com/office/drawing/2014/main" id="{D1425297-F6B5-4EBF-9D6C-0B5CE4BDCD86}"/>
              </a:ext>
            </a:extLst>
          </p:cNvPr>
          <p:cNvSpPr txBox="1"/>
          <p:nvPr/>
        </p:nvSpPr>
        <p:spPr>
          <a:xfrm>
            <a:off x="4648369" y="2902307"/>
            <a:ext cx="2970196" cy="276999"/>
          </a:xfrm>
          <a:prstGeom prst="rect">
            <a:avLst/>
          </a:prstGeom>
          <a:solidFill>
            <a:srgbClr val="FCAF3E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Arrival</a:t>
            </a:r>
            <a:r>
              <a:rPr lang="sv-SE" sz="1200" dirty="0"/>
              <a:t> - </a:t>
            </a:r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142" name="textruta 141">
            <a:extLst>
              <a:ext uri="{FF2B5EF4-FFF2-40B4-BE49-F238E27FC236}">
                <a16:creationId xmlns:a16="http://schemas.microsoft.com/office/drawing/2014/main" id="{35C96B92-731E-4E6E-BA90-FF9351A39B7F}"/>
              </a:ext>
            </a:extLst>
          </p:cNvPr>
          <p:cNvSpPr txBox="1"/>
          <p:nvPr/>
        </p:nvSpPr>
        <p:spPr>
          <a:xfrm>
            <a:off x="6299215" y="3334134"/>
            <a:ext cx="1319350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sv-SE" sz="1200" dirty="0" err="1"/>
              <a:t>Departure</a:t>
            </a:r>
            <a:endParaRPr lang="sv-SE" sz="1200" dirty="0"/>
          </a:p>
        </p:txBody>
      </p:sp>
      <p:sp>
        <p:nvSpPr>
          <p:cNvPr id="143" name="textruta 142">
            <a:extLst>
              <a:ext uri="{FF2B5EF4-FFF2-40B4-BE49-F238E27FC236}">
                <a16:creationId xmlns:a16="http://schemas.microsoft.com/office/drawing/2014/main" id="{3CC49DAB-C80E-4E71-A97B-5BA18E0D98A9}"/>
              </a:ext>
            </a:extLst>
          </p:cNvPr>
          <p:cNvSpPr txBox="1"/>
          <p:nvPr/>
        </p:nvSpPr>
        <p:spPr>
          <a:xfrm>
            <a:off x="510484" y="3333205"/>
            <a:ext cx="1626801" cy="276999"/>
          </a:xfrm>
          <a:prstGeom prst="rect">
            <a:avLst/>
          </a:prstGeom>
          <a:solidFill>
            <a:srgbClr val="8AE23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sv-SE" sz="1200" dirty="0"/>
          </a:p>
        </p:txBody>
      </p:sp>
      <p:sp>
        <p:nvSpPr>
          <p:cNvPr id="147" name="Ellips 146">
            <a:extLst>
              <a:ext uri="{FF2B5EF4-FFF2-40B4-BE49-F238E27FC236}">
                <a16:creationId xmlns:a16="http://schemas.microsoft.com/office/drawing/2014/main" id="{BDE95E64-39CE-480F-9F51-C6A5F545E6AA}"/>
              </a:ext>
            </a:extLst>
          </p:cNvPr>
          <p:cNvSpPr/>
          <p:nvPr/>
        </p:nvSpPr>
        <p:spPr>
          <a:xfrm>
            <a:off x="7719701" y="5551134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00FE6C52-0795-4ACA-A741-875C7B41C76F}"/>
              </a:ext>
            </a:extLst>
          </p:cNvPr>
          <p:cNvSpPr txBox="1"/>
          <p:nvPr/>
        </p:nvSpPr>
        <p:spPr>
          <a:xfrm>
            <a:off x="486870" y="3308839"/>
            <a:ext cx="1156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 err="1"/>
              <a:t>Track</a:t>
            </a:r>
            <a:r>
              <a:rPr lang="sv-SE" sz="1600" dirty="0"/>
              <a:t> Route</a:t>
            </a:r>
          </a:p>
        </p:txBody>
      </p:sp>
      <p:cxnSp>
        <p:nvCxnSpPr>
          <p:cNvPr id="239" name="Rak pilkoppling 238">
            <a:extLst>
              <a:ext uri="{FF2B5EF4-FFF2-40B4-BE49-F238E27FC236}">
                <a16:creationId xmlns:a16="http://schemas.microsoft.com/office/drawing/2014/main" id="{3B747EC5-2C67-4142-946C-873936D59D32}"/>
              </a:ext>
            </a:extLst>
          </p:cNvPr>
          <p:cNvCxnSpPr>
            <a:cxnSpLocks/>
            <a:stCxn id="340" idx="0"/>
          </p:cNvCxnSpPr>
          <p:nvPr/>
        </p:nvCxnSpPr>
        <p:spPr>
          <a:xfrm flipH="1" flipV="1">
            <a:off x="1362668" y="1417959"/>
            <a:ext cx="1441124" cy="48786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ot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ruta 3">
            <a:extLst>
              <a:ext uri="{FF2B5EF4-FFF2-40B4-BE49-F238E27FC236}">
                <a16:creationId xmlns:a16="http://schemas.microsoft.com/office/drawing/2014/main" id="{37666CA3-670D-4E51-8DED-59217B2AC9AE}"/>
              </a:ext>
            </a:extLst>
          </p:cNvPr>
          <p:cNvSpPr txBox="1"/>
          <p:nvPr/>
        </p:nvSpPr>
        <p:spPr>
          <a:xfrm>
            <a:off x="490726" y="2871529"/>
            <a:ext cx="838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00" dirty="0"/>
              <a:t>Passage</a:t>
            </a:r>
          </a:p>
        </p:txBody>
      </p:sp>
      <p:cxnSp>
        <p:nvCxnSpPr>
          <p:cNvPr id="234" name="Rak pilkoppling 233">
            <a:extLst>
              <a:ext uri="{FF2B5EF4-FFF2-40B4-BE49-F238E27FC236}">
                <a16:creationId xmlns:a16="http://schemas.microsoft.com/office/drawing/2014/main" id="{E3B3FD50-1228-4B18-BB42-11F5414434AF}"/>
              </a:ext>
            </a:extLst>
          </p:cNvPr>
          <p:cNvCxnSpPr>
            <a:cxnSpLocks/>
          </p:cNvCxnSpPr>
          <p:nvPr/>
        </p:nvCxnSpPr>
        <p:spPr>
          <a:xfrm flipV="1">
            <a:off x="510284" y="5518686"/>
            <a:ext cx="548279" cy="2892"/>
          </a:xfrm>
          <a:prstGeom prst="straightConnector1">
            <a:avLst/>
          </a:prstGeom>
          <a:ln w="12700">
            <a:solidFill>
              <a:srgbClr val="FCE94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Rak pilkoppling 234">
            <a:extLst>
              <a:ext uri="{FF2B5EF4-FFF2-40B4-BE49-F238E27FC236}">
                <a16:creationId xmlns:a16="http://schemas.microsoft.com/office/drawing/2014/main" id="{1794605C-B630-4EF9-AB46-DF3D37FAB897}"/>
              </a:ext>
            </a:extLst>
          </p:cNvPr>
          <p:cNvCxnSpPr>
            <a:cxnSpLocks/>
          </p:cNvCxnSpPr>
          <p:nvPr/>
        </p:nvCxnSpPr>
        <p:spPr>
          <a:xfrm flipV="1">
            <a:off x="1055148" y="5237500"/>
            <a:ext cx="278712" cy="280631"/>
          </a:xfrm>
          <a:prstGeom prst="straightConnector1">
            <a:avLst/>
          </a:prstGeom>
          <a:ln w="12700">
            <a:solidFill>
              <a:srgbClr val="FCE94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Rak pilkoppling 236">
            <a:extLst>
              <a:ext uri="{FF2B5EF4-FFF2-40B4-BE49-F238E27FC236}">
                <a16:creationId xmlns:a16="http://schemas.microsoft.com/office/drawing/2014/main" id="{FCF5A6DD-7C4E-4AF8-9CBF-8B815F077F51}"/>
              </a:ext>
            </a:extLst>
          </p:cNvPr>
          <p:cNvCxnSpPr>
            <a:cxnSpLocks/>
          </p:cNvCxnSpPr>
          <p:nvPr/>
        </p:nvCxnSpPr>
        <p:spPr>
          <a:xfrm flipV="1">
            <a:off x="1337183" y="5229405"/>
            <a:ext cx="1126566" cy="2453"/>
          </a:xfrm>
          <a:prstGeom prst="straightConnector1">
            <a:avLst/>
          </a:prstGeom>
          <a:ln w="12700">
            <a:solidFill>
              <a:srgbClr val="FCE9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Rak pilkoppling 240">
            <a:extLst>
              <a:ext uri="{FF2B5EF4-FFF2-40B4-BE49-F238E27FC236}">
                <a16:creationId xmlns:a16="http://schemas.microsoft.com/office/drawing/2014/main" id="{C5E8B488-B159-4109-A1D1-010153C6600B}"/>
              </a:ext>
            </a:extLst>
          </p:cNvPr>
          <p:cNvCxnSpPr/>
          <p:nvPr/>
        </p:nvCxnSpPr>
        <p:spPr>
          <a:xfrm flipV="1">
            <a:off x="1298181" y="1419510"/>
            <a:ext cx="610851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Rak pilkoppling 241">
            <a:extLst>
              <a:ext uri="{FF2B5EF4-FFF2-40B4-BE49-F238E27FC236}">
                <a16:creationId xmlns:a16="http://schemas.microsoft.com/office/drawing/2014/main" id="{7DA108E6-13B6-4683-B9AB-5E4FB9B134A4}"/>
              </a:ext>
            </a:extLst>
          </p:cNvPr>
          <p:cNvCxnSpPr/>
          <p:nvPr/>
        </p:nvCxnSpPr>
        <p:spPr>
          <a:xfrm>
            <a:off x="2054518" y="1426522"/>
            <a:ext cx="156371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Ellips 243">
            <a:extLst>
              <a:ext uri="{FF2B5EF4-FFF2-40B4-BE49-F238E27FC236}">
                <a16:creationId xmlns:a16="http://schemas.microsoft.com/office/drawing/2014/main" id="{5480D138-4638-4672-9810-4E85F2E6B5AF}"/>
              </a:ext>
            </a:extLst>
          </p:cNvPr>
          <p:cNvSpPr/>
          <p:nvPr/>
        </p:nvSpPr>
        <p:spPr>
          <a:xfrm>
            <a:off x="1195403" y="1396487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5" name="Ellips 244">
            <a:extLst>
              <a:ext uri="{FF2B5EF4-FFF2-40B4-BE49-F238E27FC236}">
                <a16:creationId xmlns:a16="http://schemas.microsoft.com/office/drawing/2014/main" id="{5026C206-36AB-4D7C-8A4C-6090A1EDAB41}"/>
              </a:ext>
            </a:extLst>
          </p:cNvPr>
          <p:cNvSpPr/>
          <p:nvPr/>
        </p:nvSpPr>
        <p:spPr>
          <a:xfrm>
            <a:off x="1951740" y="1396487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46" name="Ellips 245">
            <a:extLst>
              <a:ext uri="{FF2B5EF4-FFF2-40B4-BE49-F238E27FC236}">
                <a16:creationId xmlns:a16="http://schemas.microsoft.com/office/drawing/2014/main" id="{3F6F3CA9-DC58-4E00-B742-EDAC3CF181D8}"/>
              </a:ext>
            </a:extLst>
          </p:cNvPr>
          <p:cNvSpPr/>
          <p:nvPr/>
        </p:nvSpPr>
        <p:spPr>
          <a:xfrm>
            <a:off x="3660938" y="1396487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47" name="Rak pilkoppling 246">
            <a:extLst>
              <a:ext uri="{FF2B5EF4-FFF2-40B4-BE49-F238E27FC236}">
                <a16:creationId xmlns:a16="http://schemas.microsoft.com/office/drawing/2014/main" id="{1F7572FC-EC0D-423A-8C01-B220BD8A04A0}"/>
              </a:ext>
            </a:extLst>
          </p:cNvPr>
          <p:cNvCxnSpPr/>
          <p:nvPr/>
        </p:nvCxnSpPr>
        <p:spPr>
          <a:xfrm flipV="1">
            <a:off x="3763716" y="1416409"/>
            <a:ext cx="610851" cy="310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Ellips 247">
            <a:extLst>
              <a:ext uri="{FF2B5EF4-FFF2-40B4-BE49-F238E27FC236}">
                <a16:creationId xmlns:a16="http://schemas.microsoft.com/office/drawing/2014/main" id="{39AEDB86-9EF4-4CF3-9FDD-17330BAC7BED}"/>
              </a:ext>
            </a:extLst>
          </p:cNvPr>
          <p:cNvSpPr/>
          <p:nvPr/>
        </p:nvSpPr>
        <p:spPr>
          <a:xfrm>
            <a:off x="4417275" y="1396487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49" name="Rak pilkoppling 248">
            <a:extLst>
              <a:ext uri="{FF2B5EF4-FFF2-40B4-BE49-F238E27FC236}">
                <a16:creationId xmlns:a16="http://schemas.microsoft.com/office/drawing/2014/main" id="{781904C9-A956-4EBF-9AF4-FBF7FBED58EA}"/>
              </a:ext>
            </a:extLst>
          </p:cNvPr>
          <p:cNvCxnSpPr/>
          <p:nvPr/>
        </p:nvCxnSpPr>
        <p:spPr>
          <a:xfrm flipV="1">
            <a:off x="2018484" y="1168975"/>
            <a:ext cx="191437" cy="1879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Ellips 249">
            <a:extLst>
              <a:ext uri="{FF2B5EF4-FFF2-40B4-BE49-F238E27FC236}">
                <a16:creationId xmlns:a16="http://schemas.microsoft.com/office/drawing/2014/main" id="{52ED1F49-AFF8-4C3D-A69B-DE8C3EEEF2DB}"/>
              </a:ext>
            </a:extLst>
          </p:cNvPr>
          <p:cNvSpPr/>
          <p:nvPr/>
        </p:nvSpPr>
        <p:spPr>
          <a:xfrm>
            <a:off x="2223269" y="1095557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53" name="Ellips 252">
            <a:extLst>
              <a:ext uri="{FF2B5EF4-FFF2-40B4-BE49-F238E27FC236}">
                <a16:creationId xmlns:a16="http://schemas.microsoft.com/office/drawing/2014/main" id="{0EE3FA05-5F83-49A3-8BC5-E444BD188C5D}"/>
              </a:ext>
            </a:extLst>
          </p:cNvPr>
          <p:cNvSpPr/>
          <p:nvPr/>
        </p:nvSpPr>
        <p:spPr>
          <a:xfrm>
            <a:off x="3382734" y="1102231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267" name="Rak pilkoppling 266">
            <a:extLst>
              <a:ext uri="{FF2B5EF4-FFF2-40B4-BE49-F238E27FC236}">
                <a16:creationId xmlns:a16="http://schemas.microsoft.com/office/drawing/2014/main" id="{430EF3E3-D9B1-4816-80ED-ADB40413B8A0}"/>
              </a:ext>
            </a:extLst>
          </p:cNvPr>
          <p:cNvCxnSpPr/>
          <p:nvPr/>
        </p:nvCxnSpPr>
        <p:spPr>
          <a:xfrm>
            <a:off x="2310039" y="1118918"/>
            <a:ext cx="103932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Rak pilkoppling 267">
            <a:extLst>
              <a:ext uri="{FF2B5EF4-FFF2-40B4-BE49-F238E27FC236}">
                <a16:creationId xmlns:a16="http://schemas.microsoft.com/office/drawing/2014/main" id="{5A4671A2-8803-4B0E-A33D-04BC3AD6D456}"/>
              </a:ext>
            </a:extLst>
          </p:cNvPr>
          <p:cNvCxnSpPr/>
          <p:nvPr/>
        </p:nvCxnSpPr>
        <p:spPr>
          <a:xfrm flipH="1" flipV="1">
            <a:off x="3449478" y="1180534"/>
            <a:ext cx="191437" cy="18797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9" name="Grupp 268">
            <a:extLst>
              <a:ext uri="{FF2B5EF4-FFF2-40B4-BE49-F238E27FC236}">
                <a16:creationId xmlns:a16="http://schemas.microsoft.com/office/drawing/2014/main" id="{383F2512-CE41-4991-9C56-0BE917537553}"/>
              </a:ext>
            </a:extLst>
          </p:cNvPr>
          <p:cNvGrpSpPr/>
          <p:nvPr/>
        </p:nvGrpSpPr>
        <p:grpSpPr>
          <a:xfrm>
            <a:off x="1318164" y="1176051"/>
            <a:ext cx="80542" cy="220436"/>
            <a:chOff x="1611163" y="3833956"/>
            <a:chExt cx="80542" cy="220436"/>
          </a:xfrm>
        </p:grpSpPr>
        <p:grpSp>
          <p:nvGrpSpPr>
            <p:cNvPr id="276" name="Grupp 275">
              <a:extLst>
                <a:ext uri="{FF2B5EF4-FFF2-40B4-BE49-F238E27FC236}">
                  <a16:creationId xmlns:a16="http://schemas.microsoft.com/office/drawing/2014/main" id="{52B1F13C-273D-42FE-8DB5-A07356C60D17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279" name="Ellips 278">
                <a:extLst>
                  <a:ext uri="{FF2B5EF4-FFF2-40B4-BE49-F238E27FC236}">
                    <a16:creationId xmlns:a16="http://schemas.microsoft.com/office/drawing/2014/main" id="{619CE9BC-65F1-4DE6-9EE6-984D626821AC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280" name="Rak koppling 279">
                <a:extLst>
                  <a:ext uri="{FF2B5EF4-FFF2-40B4-BE49-F238E27FC236}">
                    <a16:creationId xmlns:a16="http://schemas.microsoft.com/office/drawing/2014/main" id="{AB834060-4F72-4CB0-AF68-902D93835263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7" name="Ellips 276">
              <a:extLst>
                <a:ext uri="{FF2B5EF4-FFF2-40B4-BE49-F238E27FC236}">
                  <a16:creationId xmlns:a16="http://schemas.microsoft.com/office/drawing/2014/main" id="{777633FD-99DF-4008-A720-B9A09FE551AB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78" name="Ellips 277">
              <a:extLst>
                <a:ext uri="{FF2B5EF4-FFF2-40B4-BE49-F238E27FC236}">
                  <a16:creationId xmlns:a16="http://schemas.microsoft.com/office/drawing/2014/main" id="{8B980C43-9F15-4135-AC39-D24869533780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81" name="Grupp 280">
            <a:extLst>
              <a:ext uri="{FF2B5EF4-FFF2-40B4-BE49-F238E27FC236}">
                <a16:creationId xmlns:a16="http://schemas.microsoft.com/office/drawing/2014/main" id="{A2DFE9BD-9739-434B-9D92-1F104EB921F8}"/>
              </a:ext>
            </a:extLst>
          </p:cNvPr>
          <p:cNvGrpSpPr/>
          <p:nvPr/>
        </p:nvGrpSpPr>
        <p:grpSpPr>
          <a:xfrm>
            <a:off x="3268822" y="881795"/>
            <a:ext cx="80542" cy="220436"/>
            <a:chOff x="1611163" y="3833956"/>
            <a:chExt cx="80542" cy="220436"/>
          </a:xfrm>
        </p:grpSpPr>
        <p:grpSp>
          <p:nvGrpSpPr>
            <p:cNvPr id="282" name="Grupp 281">
              <a:extLst>
                <a:ext uri="{FF2B5EF4-FFF2-40B4-BE49-F238E27FC236}">
                  <a16:creationId xmlns:a16="http://schemas.microsoft.com/office/drawing/2014/main" id="{59019F8E-9D79-4B5C-A3F7-F5A79B3A2BDF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285" name="Ellips 284">
                <a:extLst>
                  <a:ext uri="{FF2B5EF4-FFF2-40B4-BE49-F238E27FC236}">
                    <a16:creationId xmlns:a16="http://schemas.microsoft.com/office/drawing/2014/main" id="{82801172-3BDF-43E2-A7DF-E5E208841E80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286" name="Rak koppling 285">
                <a:extLst>
                  <a:ext uri="{FF2B5EF4-FFF2-40B4-BE49-F238E27FC236}">
                    <a16:creationId xmlns:a16="http://schemas.microsoft.com/office/drawing/2014/main" id="{A8FBED0E-4F9A-4B6B-B6A5-889ACA39CE7B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3" name="Ellips 282">
              <a:extLst>
                <a:ext uri="{FF2B5EF4-FFF2-40B4-BE49-F238E27FC236}">
                  <a16:creationId xmlns:a16="http://schemas.microsoft.com/office/drawing/2014/main" id="{E3604256-E022-4B37-A22B-8D380142C99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84" name="Ellips 283">
              <a:extLst>
                <a:ext uri="{FF2B5EF4-FFF2-40B4-BE49-F238E27FC236}">
                  <a16:creationId xmlns:a16="http://schemas.microsoft.com/office/drawing/2014/main" id="{DC5A7D43-0102-4869-8D90-5BA6CD5F51E9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87" name="Grupp 286">
            <a:extLst>
              <a:ext uri="{FF2B5EF4-FFF2-40B4-BE49-F238E27FC236}">
                <a16:creationId xmlns:a16="http://schemas.microsoft.com/office/drawing/2014/main" id="{EB594E8C-2428-4B40-A0EE-95AB87D709D7}"/>
              </a:ext>
            </a:extLst>
          </p:cNvPr>
          <p:cNvGrpSpPr/>
          <p:nvPr/>
        </p:nvGrpSpPr>
        <p:grpSpPr>
          <a:xfrm>
            <a:off x="3269235" y="1180170"/>
            <a:ext cx="80542" cy="220436"/>
            <a:chOff x="1611163" y="3833956"/>
            <a:chExt cx="80542" cy="220436"/>
          </a:xfrm>
        </p:grpSpPr>
        <p:grpSp>
          <p:nvGrpSpPr>
            <p:cNvPr id="288" name="Grupp 287">
              <a:extLst>
                <a:ext uri="{FF2B5EF4-FFF2-40B4-BE49-F238E27FC236}">
                  <a16:creationId xmlns:a16="http://schemas.microsoft.com/office/drawing/2014/main" id="{C408E631-AD90-4E27-BA74-67320251B7B5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291" name="Ellips 290">
                <a:extLst>
                  <a:ext uri="{FF2B5EF4-FFF2-40B4-BE49-F238E27FC236}">
                    <a16:creationId xmlns:a16="http://schemas.microsoft.com/office/drawing/2014/main" id="{E58BD8A3-4796-4FAE-9A0B-97705006AF63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292" name="Rak koppling 291">
                <a:extLst>
                  <a:ext uri="{FF2B5EF4-FFF2-40B4-BE49-F238E27FC236}">
                    <a16:creationId xmlns:a16="http://schemas.microsoft.com/office/drawing/2014/main" id="{F0582712-5C30-46E0-A2D6-E699EE464D32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9" name="Ellips 288">
              <a:extLst>
                <a:ext uri="{FF2B5EF4-FFF2-40B4-BE49-F238E27FC236}">
                  <a16:creationId xmlns:a16="http://schemas.microsoft.com/office/drawing/2014/main" id="{B69207C1-3F6D-4700-A0FF-0DDD493FF136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90" name="Ellips 289">
              <a:extLst>
                <a:ext uri="{FF2B5EF4-FFF2-40B4-BE49-F238E27FC236}">
                  <a16:creationId xmlns:a16="http://schemas.microsoft.com/office/drawing/2014/main" id="{14567837-BD2A-4D7A-977C-12235E62C616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93" name="Grupp 292">
            <a:extLst>
              <a:ext uri="{FF2B5EF4-FFF2-40B4-BE49-F238E27FC236}">
                <a16:creationId xmlns:a16="http://schemas.microsoft.com/office/drawing/2014/main" id="{8B7020AD-62FC-48A2-A73B-FB7FB2AE0C53}"/>
              </a:ext>
            </a:extLst>
          </p:cNvPr>
          <p:cNvGrpSpPr/>
          <p:nvPr/>
        </p:nvGrpSpPr>
        <p:grpSpPr>
          <a:xfrm>
            <a:off x="4275108" y="1178069"/>
            <a:ext cx="80542" cy="220436"/>
            <a:chOff x="1611163" y="3833956"/>
            <a:chExt cx="80542" cy="220436"/>
          </a:xfrm>
        </p:grpSpPr>
        <p:grpSp>
          <p:nvGrpSpPr>
            <p:cNvPr id="294" name="Grupp 293">
              <a:extLst>
                <a:ext uri="{FF2B5EF4-FFF2-40B4-BE49-F238E27FC236}">
                  <a16:creationId xmlns:a16="http://schemas.microsoft.com/office/drawing/2014/main" id="{76180F2F-0B45-42B3-840E-C0D050DF1D0C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297" name="Ellips 296">
                <a:extLst>
                  <a:ext uri="{FF2B5EF4-FFF2-40B4-BE49-F238E27FC236}">
                    <a16:creationId xmlns:a16="http://schemas.microsoft.com/office/drawing/2014/main" id="{99E5783C-5DFB-409E-A352-4B12CA8FA61A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298" name="Rak koppling 297">
                <a:extLst>
                  <a:ext uri="{FF2B5EF4-FFF2-40B4-BE49-F238E27FC236}">
                    <a16:creationId xmlns:a16="http://schemas.microsoft.com/office/drawing/2014/main" id="{00530C58-4F86-4E62-B4A5-767D96631369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5" name="Ellips 294">
              <a:extLst>
                <a:ext uri="{FF2B5EF4-FFF2-40B4-BE49-F238E27FC236}">
                  <a16:creationId xmlns:a16="http://schemas.microsoft.com/office/drawing/2014/main" id="{26B60BE5-235A-454D-A373-D3B5F2B5538B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96" name="Ellips 295">
              <a:extLst>
                <a:ext uri="{FF2B5EF4-FFF2-40B4-BE49-F238E27FC236}">
                  <a16:creationId xmlns:a16="http://schemas.microsoft.com/office/drawing/2014/main" id="{DE1257B5-F199-47FB-8233-A7D9FBF56C3B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299" name="textruta 298">
            <a:extLst>
              <a:ext uri="{FF2B5EF4-FFF2-40B4-BE49-F238E27FC236}">
                <a16:creationId xmlns:a16="http://schemas.microsoft.com/office/drawing/2014/main" id="{114F931C-62C8-4846-860E-C6E65897AA59}"/>
              </a:ext>
            </a:extLst>
          </p:cNvPr>
          <p:cNvSpPr txBox="1"/>
          <p:nvPr/>
        </p:nvSpPr>
        <p:spPr>
          <a:xfrm>
            <a:off x="2823560" y="885357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#2</a:t>
            </a:r>
          </a:p>
        </p:txBody>
      </p:sp>
      <p:sp>
        <p:nvSpPr>
          <p:cNvPr id="300" name="textruta 299">
            <a:extLst>
              <a:ext uri="{FF2B5EF4-FFF2-40B4-BE49-F238E27FC236}">
                <a16:creationId xmlns:a16="http://schemas.microsoft.com/office/drawing/2014/main" id="{54C8B0E2-C248-4303-9814-FDEBB005F726}"/>
              </a:ext>
            </a:extLst>
          </p:cNvPr>
          <p:cNvSpPr txBox="1"/>
          <p:nvPr/>
        </p:nvSpPr>
        <p:spPr>
          <a:xfrm>
            <a:off x="2808136" y="1161991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#1</a:t>
            </a:r>
          </a:p>
        </p:txBody>
      </p:sp>
      <p:grpSp>
        <p:nvGrpSpPr>
          <p:cNvPr id="301" name="Grupp 300">
            <a:extLst>
              <a:ext uri="{FF2B5EF4-FFF2-40B4-BE49-F238E27FC236}">
                <a16:creationId xmlns:a16="http://schemas.microsoft.com/office/drawing/2014/main" id="{CFE4C8ED-16E9-444A-911E-E0E69A64BB22}"/>
              </a:ext>
            </a:extLst>
          </p:cNvPr>
          <p:cNvGrpSpPr/>
          <p:nvPr/>
        </p:nvGrpSpPr>
        <p:grpSpPr>
          <a:xfrm>
            <a:off x="2363894" y="884894"/>
            <a:ext cx="80542" cy="220436"/>
            <a:chOff x="1611163" y="3833956"/>
            <a:chExt cx="80542" cy="220436"/>
          </a:xfrm>
        </p:grpSpPr>
        <p:grpSp>
          <p:nvGrpSpPr>
            <p:cNvPr id="302" name="Grupp 301">
              <a:extLst>
                <a:ext uri="{FF2B5EF4-FFF2-40B4-BE49-F238E27FC236}">
                  <a16:creationId xmlns:a16="http://schemas.microsoft.com/office/drawing/2014/main" id="{6D3F1E7E-B719-4312-928F-D37C5F25F048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305" name="Ellips 304">
                <a:extLst>
                  <a:ext uri="{FF2B5EF4-FFF2-40B4-BE49-F238E27FC236}">
                    <a16:creationId xmlns:a16="http://schemas.microsoft.com/office/drawing/2014/main" id="{3D1825AA-7601-471E-8EB0-D77DC9298E89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306" name="Rak koppling 305">
                <a:extLst>
                  <a:ext uri="{FF2B5EF4-FFF2-40B4-BE49-F238E27FC236}">
                    <a16:creationId xmlns:a16="http://schemas.microsoft.com/office/drawing/2014/main" id="{17713B79-C14B-4841-A3A1-99B7B1DE264F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3" name="Ellips 302">
              <a:extLst>
                <a:ext uri="{FF2B5EF4-FFF2-40B4-BE49-F238E27FC236}">
                  <a16:creationId xmlns:a16="http://schemas.microsoft.com/office/drawing/2014/main" id="{33267B1B-5969-44CA-B5CE-D1997F213DA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04" name="Ellips 303">
              <a:extLst>
                <a:ext uri="{FF2B5EF4-FFF2-40B4-BE49-F238E27FC236}">
                  <a16:creationId xmlns:a16="http://schemas.microsoft.com/office/drawing/2014/main" id="{CFEC5C1C-3017-4CB2-A240-2202A997FD05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307" name="Grupp 306">
            <a:extLst>
              <a:ext uri="{FF2B5EF4-FFF2-40B4-BE49-F238E27FC236}">
                <a16:creationId xmlns:a16="http://schemas.microsoft.com/office/drawing/2014/main" id="{F4A2EE87-B11D-4D22-A0A7-53ACF1D6EA1F}"/>
              </a:ext>
            </a:extLst>
          </p:cNvPr>
          <p:cNvGrpSpPr/>
          <p:nvPr/>
        </p:nvGrpSpPr>
        <p:grpSpPr>
          <a:xfrm>
            <a:off x="2364307" y="1183269"/>
            <a:ext cx="80542" cy="220436"/>
            <a:chOff x="1611163" y="3833956"/>
            <a:chExt cx="80542" cy="220436"/>
          </a:xfrm>
        </p:grpSpPr>
        <p:grpSp>
          <p:nvGrpSpPr>
            <p:cNvPr id="308" name="Grupp 307">
              <a:extLst>
                <a:ext uri="{FF2B5EF4-FFF2-40B4-BE49-F238E27FC236}">
                  <a16:creationId xmlns:a16="http://schemas.microsoft.com/office/drawing/2014/main" id="{4FD1D810-1C24-4A25-BC18-0CA2B818ECB9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311" name="Ellips 310">
                <a:extLst>
                  <a:ext uri="{FF2B5EF4-FFF2-40B4-BE49-F238E27FC236}">
                    <a16:creationId xmlns:a16="http://schemas.microsoft.com/office/drawing/2014/main" id="{5B8CD0BC-6B19-41EB-AE64-B5A2AF522128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312" name="Rak koppling 311">
                <a:extLst>
                  <a:ext uri="{FF2B5EF4-FFF2-40B4-BE49-F238E27FC236}">
                    <a16:creationId xmlns:a16="http://schemas.microsoft.com/office/drawing/2014/main" id="{A18D3B78-3B85-4C74-B917-FFFA5C4451FA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9" name="Ellips 308">
              <a:extLst>
                <a:ext uri="{FF2B5EF4-FFF2-40B4-BE49-F238E27FC236}">
                  <a16:creationId xmlns:a16="http://schemas.microsoft.com/office/drawing/2014/main" id="{1D6F2361-AE00-4D7C-B23C-6BD470BF1CC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10" name="Ellips 309">
              <a:extLst>
                <a:ext uri="{FF2B5EF4-FFF2-40B4-BE49-F238E27FC236}">
                  <a16:creationId xmlns:a16="http://schemas.microsoft.com/office/drawing/2014/main" id="{70F4474D-FB93-4353-B733-910D9897A57D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cxnSp>
        <p:nvCxnSpPr>
          <p:cNvPr id="339" name="Rak pilkoppling 338">
            <a:extLst>
              <a:ext uri="{FF2B5EF4-FFF2-40B4-BE49-F238E27FC236}">
                <a16:creationId xmlns:a16="http://schemas.microsoft.com/office/drawing/2014/main" id="{6A21A6A0-DD3B-4AF9-86C4-2F3FA6AE5D03}"/>
              </a:ext>
            </a:extLst>
          </p:cNvPr>
          <p:cNvCxnSpPr>
            <a:cxnSpLocks/>
            <a:stCxn id="340" idx="0"/>
          </p:cNvCxnSpPr>
          <p:nvPr/>
        </p:nvCxnSpPr>
        <p:spPr>
          <a:xfrm flipV="1">
            <a:off x="2803792" y="1421607"/>
            <a:ext cx="1510705" cy="484212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ot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textruta 339">
            <a:extLst>
              <a:ext uri="{FF2B5EF4-FFF2-40B4-BE49-F238E27FC236}">
                <a16:creationId xmlns:a16="http://schemas.microsoft.com/office/drawing/2014/main" id="{F4A3D0F3-C670-4F4E-AC01-9894C80DCA40}"/>
              </a:ext>
            </a:extLst>
          </p:cNvPr>
          <p:cNvSpPr txBox="1"/>
          <p:nvPr/>
        </p:nvSpPr>
        <p:spPr>
          <a:xfrm>
            <a:off x="1329253" y="1905819"/>
            <a:ext cx="2949077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sv-SE" sz="1200" i="1" dirty="0"/>
              <a:t>Målpunkter exakt vid infart och utfartssignal</a:t>
            </a:r>
          </a:p>
        </p:txBody>
      </p:sp>
      <p:sp>
        <p:nvSpPr>
          <p:cNvPr id="341" name="textruta 340">
            <a:extLst>
              <a:ext uri="{FF2B5EF4-FFF2-40B4-BE49-F238E27FC236}">
                <a16:creationId xmlns:a16="http://schemas.microsoft.com/office/drawing/2014/main" id="{4DB50B89-9F06-440A-BDBE-EE348D98F98A}"/>
              </a:ext>
            </a:extLst>
          </p:cNvPr>
          <p:cNvSpPr txBox="1"/>
          <p:nvPr/>
        </p:nvSpPr>
        <p:spPr>
          <a:xfrm>
            <a:off x="1606618" y="291170"/>
            <a:ext cx="2450479" cy="276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sv-SE" sz="1200" i="1" dirty="0"/>
              <a:t>Målpunkter 5 m innan mellansignal</a:t>
            </a:r>
          </a:p>
        </p:txBody>
      </p:sp>
      <p:cxnSp>
        <p:nvCxnSpPr>
          <p:cNvPr id="342" name="Rak pilkoppling 341">
            <a:extLst>
              <a:ext uri="{FF2B5EF4-FFF2-40B4-BE49-F238E27FC236}">
                <a16:creationId xmlns:a16="http://schemas.microsoft.com/office/drawing/2014/main" id="{53391B93-47C6-4CF1-AF0C-BB3BA7523C46}"/>
              </a:ext>
            </a:extLst>
          </p:cNvPr>
          <p:cNvCxnSpPr>
            <a:cxnSpLocks/>
            <a:stCxn id="341" idx="2"/>
          </p:cNvCxnSpPr>
          <p:nvPr/>
        </p:nvCxnSpPr>
        <p:spPr>
          <a:xfrm flipH="1">
            <a:off x="2511836" y="568169"/>
            <a:ext cx="320022" cy="847759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ot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Rak pilkoppling 342">
            <a:extLst>
              <a:ext uri="{FF2B5EF4-FFF2-40B4-BE49-F238E27FC236}">
                <a16:creationId xmlns:a16="http://schemas.microsoft.com/office/drawing/2014/main" id="{B85D3AB1-8689-4950-8F70-8141EF043EAD}"/>
              </a:ext>
            </a:extLst>
          </p:cNvPr>
          <p:cNvCxnSpPr>
            <a:cxnSpLocks/>
            <a:stCxn id="341" idx="2"/>
          </p:cNvCxnSpPr>
          <p:nvPr/>
        </p:nvCxnSpPr>
        <p:spPr>
          <a:xfrm flipH="1">
            <a:off x="2521646" y="568169"/>
            <a:ext cx="310212" cy="52738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ot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Rak pilkoppling 343">
            <a:extLst>
              <a:ext uri="{FF2B5EF4-FFF2-40B4-BE49-F238E27FC236}">
                <a16:creationId xmlns:a16="http://schemas.microsoft.com/office/drawing/2014/main" id="{C437E23A-FF6B-447A-B0DD-AB562424D7B7}"/>
              </a:ext>
            </a:extLst>
          </p:cNvPr>
          <p:cNvCxnSpPr>
            <a:cxnSpLocks/>
            <a:stCxn id="341" idx="2"/>
          </p:cNvCxnSpPr>
          <p:nvPr/>
        </p:nvCxnSpPr>
        <p:spPr>
          <a:xfrm>
            <a:off x="2831858" y="568169"/>
            <a:ext cx="383867" cy="858353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ot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Rak pilkoppling 344">
            <a:extLst>
              <a:ext uri="{FF2B5EF4-FFF2-40B4-BE49-F238E27FC236}">
                <a16:creationId xmlns:a16="http://schemas.microsoft.com/office/drawing/2014/main" id="{420308EF-1A46-4E40-8FD9-574CE6571851}"/>
              </a:ext>
            </a:extLst>
          </p:cNvPr>
          <p:cNvCxnSpPr>
            <a:cxnSpLocks/>
            <a:stCxn id="341" idx="2"/>
          </p:cNvCxnSpPr>
          <p:nvPr/>
        </p:nvCxnSpPr>
        <p:spPr>
          <a:xfrm>
            <a:off x="2831858" y="568169"/>
            <a:ext cx="366174" cy="547467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prstDash val="sysDot"/>
            <a:headEnd type="none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Rak pilkoppling 345">
            <a:extLst>
              <a:ext uri="{FF2B5EF4-FFF2-40B4-BE49-F238E27FC236}">
                <a16:creationId xmlns:a16="http://schemas.microsoft.com/office/drawing/2014/main" id="{927500EF-A8EC-4520-A866-E9D0A1416006}"/>
              </a:ext>
            </a:extLst>
          </p:cNvPr>
          <p:cNvCxnSpPr>
            <a:cxnSpLocks/>
          </p:cNvCxnSpPr>
          <p:nvPr/>
        </p:nvCxnSpPr>
        <p:spPr>
          <a:xfrm>
            <a:off x="2455159" y="5225676"/>
            <a:ext cx="152558" cy="0"/>
          </a:xfrm>
          <a:prstGeom prst="straightConnector1">
            <a:avLst/>
          </a:prstGeom>
          <a:ln w="12700">
            <a:solidFill>
              <a:srgbClr val="FCE94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Rak pilkoppling 348">
            <a:extLst>
              <a:ext uri="{FF2B5EF4-FFF2-40B4-BE49-F238E27FC236}">
                <a16:creationId xmlns:a16="http://schemas.microsoft.com/office/drawing/2014/main" id="{BDA30151-F7AB-4287-8671-78B3DD9591A2}"/>
              </a:ext>
            </a:extLst>
          </p:cNvPr>
          <p:cNvCxnSpPr>
            <a:cxnSpLocks/>
          </p:cNvCxnSpPr>
          <p:nvPr/>
        </p:nvCxnSpPr>
        <p:spPr>
          <a:xfrm flipV="1">
            <a:off x="2882403" y="5517480"/>
            <a:ext cx="567075" cy="9157"/>
          </a:xfrm>
          <a:prstGeom prst="straightConnector1">
            <a:avLst/>
          </a:prstGeom>
          <a:ln w="12700">
            <a:solidFill>
              <a:srgbClr val="FCE94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Rak pilkoppling 350">
            <a:extLst>
              <a:ext uri="{FF2B5EF4-FFF2-40B4-BE49-F238E27FC236}">
                <a16:creationId xmlns:a16="http://schemas.microsoft.com/office/drawing/2014/main" id="{2FD9F59D-5D4A-47D8-83D2-FDA7A116B260}"/>
              </a:ext>
            </a:extLst>
          </p:cNvPr>
          <p:cNvCxnSpPr>
            <a:cxnSpLocks/>
          </p:cNvCxnSpPr>
          <p:nvPr/>
        </p:nvCxnSpPr>
        <p:spPr>
          <a:xfrm flipH="1" flipV="1">
            <a:off x="2607717" y="5233636"/>
            <a:ext cx="294619" cy="306466"/>
          </a:xfrm>
          <a:prstGeom prst="straightConnector1">
            <a:avLst/>
          </a:prstGeom>
          <a:ln w="12700">
            <a:solidFill>
              <a:srgbClr val="FCE94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ruta 49">
            <a:extLst>
              <a:ext uri="{FF2B5EF4-FFF2-40B4-BE49-F238E27FC236}">
                <a16:creationId xmlns:a16="http://schemas.microsoft.com/office/drawing/2014/main" id="{D7A633EE-9BB3-40BE-8497-CFFD095093D4}"/>
              </a:ext>
            </a:extLst>
          </p:cNvPr>
          <p:cNvSpPr txBox="1"/>
          <p:nvPr/>
        </p:nvSpPr>
        <p:spPr>
          <a:xfrm>
            <a:off x="1964445" y="5050246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#2</a:t>
            </a:r>
          </a:p>
        </p:txBody>
      </p:sp>
      <p:cxnSp>
        <p:nvCxnSpPr>
          <p:cNvPr id="236" name="Rak pilkoppling 235">
            <a:extLst>
              <a:ext uri="{FF2B5EF4-FFF2-40B4-BE49-F238E27FC236}">
                <a16:creationId xmlns:a16="http://schemas.microsoft.com/office/drawing/2014/main" id="{90955D94-4225-43B1-AFAB-74D895C11FB1}"/>
              </a:ext>
            </a:extLst>
          </p:cNvPr>
          <p:cNvCxnSpPr>
            <a:cxnSpLocks/>
            <a:stCxn id="128" idx="2"/>
          </p:cNvCxnSpPr>
          <p:nvPr/>
        </p:nvCxnSpPr>
        <p:spPr>
          <a:xfrm flipH="1">
            <a:off x="2938300" y="4037003"/>
            <a:ext cx="12914" cy="147744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Rak pilkoppling 368">
            <a:extLst>
              <a:ext uri="{FF2B5EF4-FFF2-40B4-BE49-F238E27FC236}">
                <a16:creationId xmlns:a16="http://schemas.microsoft.com/office/drawing/2014/main" id="{21267836-43E0-4DEB-B93B-A1177AC87EF1}"/>
              </a:ext>
            </a:extLst>
          </p:cNvPr>
          <p:cNvCxnSpPr>
            <a:cxnSpLocks/>
          </p:cNvCxnSpPr>
          <p:nvPr/>
        </p:nvCxnSpPr>
        <p:spPr>
          <a:xfrm flipH="1">
            <a:off x="981183" y="4037003"/>
            <a:ext cx="12914" cy="147744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textruta 369">
            <a:extLst>
              <a:ext uri="{FF2B5EF4-FFF2-40B4-BE49-F238E27FC236}">
                <a16:creationId xmlns:a16="http://schemas.microsoft.com/office/drawing/2014/main" id="{A2778CB0-529A-4284-848A-F944266FD1A7}"/>
              </a:ext>
            </a:extLst>
          </p:cNvPr>
          <p:cNvSpPr txBox="1"/>
          <p:nvPr/>
        </p:nvSpPr>
        <p:spPr>
          <a:xfrm>
            <a:off x="3151173" y="4249564"/>
            <a:ext cx="3080139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sv-SE" sz="1200" i="1" dirty="0" err="1"/>
              <a:t>Track</a:t>
            </a:r>
            <a:r>
              <a:rPr lang="sv-SE" sz="1200" i="1" dirty="0"/>
              <a:t> Route</a:t>
            </a:r>
            <a:r>
              <a:rPr lang="sv-SE" sz="1200" dirty="0"/>
              <a:t> och </a:t>
            </a:r>
            <a:r>
              <a:rPr lang="sv-SE" sz="1200" i="1" dirty="0"/>
              <a:t>Signal Route används</a:t>
            </a:r>
          </a:p>
          <a:p>
            <a:r>
              <a:rPr lang="sv-SE" sz="1200" dirty="0"/>
              <a:t>för att hitta start och slutsignal för en </a:t>
            </a:r>
            <a:r>
              <a:rPr lang="sv-SE" sz="1200" i="1" dirty="0"/>
              <a:t>Passage</a:t>
            </a:r>
          </a:p>
        </p:txBody>
      </p:sp>
    </p:spTree>
    <p:extLst>
      <p:ext uri="{BB962C8B-B14F-4D97-AF65-F5344CB8AC3E}">
        <p14:creationId xmlns:p14="http://schemas.microsoft.com/office/powerpoint/2010/main" val="228359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B3CA15E-247D-45A1-A36C-B84EE10F8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v-SE"/>
          </a:p>
        </p:txBody>
      </p:sp>
      <p:cxnSp>
        <p:nvCxnSpPr>
          <p:cNvPr id="3" name="Rak pilkoppling 2">
            <a:extLst>
              <a:ext uri="{FF2B5EF4-FFF2-40B4-BE49-F238E27FC236}">
                <a16:creationId xmlns:a16="http://schemas.microsoft.com/office/drawing/2014/main" id="{12B488CD-B111-45EA-A3B8-6314CF7FAF05}"/>
              </a:ext>
            </a:extLst>
          </p:cNvPr>
          <p:cNvCxnSpPr/>
          <p:nvPr/>
        </p:nvCxnSpPr>
        <p:spPr>
          <a:xfrm flipV="1">
            <a:off x="1654256" y="4850472"/>
            <a:ext cx="610851" cy="1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Rak pilkoppling 3">
            <a:extLst>
              <a:ext uri="{FF2B5EF4-FFF2-40B4-BE49-F238E27FC236}">
                <a16:creationId xmlns:a16="http://schemas.microsoft.com/office/drawing/2014/main" id="{C919AC01-B505-4142-9ADB-44ED30093122}"/>
              </a:ext>
            </a:extLst>
          </p:cNvPr>
          <p:cNvCxnSpPr/>
          <p:nvPr/>
        </p:nvCxnSpPr>
        <p:spPr>
          <a:xfrm>
            <a:off x="2410593" y="4857484"/>
            <a:ext cx="1563712" cy="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llips 4">
            <a:extLst>
              <a:ext uri="{FF2B5EF4-FFF2-40B4-BE49-F238E27FC236}">
                <a16:creationId xmlns:a16="http://schemas.microsoft.com/office/drawing/2014/main" id="{955F7FF3-57AB-4D3D-A60A-B1AEF1F03B1B}"/>
              </a:ext>
            </a:extLst>
          </p:cNvPr>
          <p:cNvSpPr/>
          <p:nvPr/>
        </p:nvSpPr>
        <p:spPr>
          <a:xfrm>
            <a:off x="1551478" y="4827449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6" name="Ellips 5">
            <a:extLst>
              <a:ext uri="{FF2B5EF4-FFF2-40B4-BE49-F238E27FC236}">
                <a16:creationId xmlns:a16="http://schemas.microsoft.com/office/drawing/2014/main" id="{A7A2C06C-12BD-4E38-9CD9-BAD4EBC9A9E8}"/>
              </a:ext>
            </a:extLst>
          </p:cNvPr>
          <p:cNvSpPr/>
          <p:nvPr/>
        </p:nvSpPr>
        <p:spPr>
          <a:xfrm>
            <a:off x="2307815" y="4827449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7" name="Ellips 6">
            <a:extLst>
              <a:ext uri="{FF2B5EF4-FFF2-40B4-BE49-F238E27FC236}">
                <a16:creationId xmlns:a16="http://schemas.microsoft.com/office/drawing/2014/main" id="{6038B38A-E14A-4FAE-865C-52B781A9DC1B}"/>
              </a:ext>
            </a:extLst>
          </p:cNvPr>
          <p:cNvSpPr/>
          <p:nvPr/>
        </p:nvSpPr>
        <p:spPr>
          <a:xfrm>
            <a:off x="4017013" y="4827449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8" name="Rak pilkoppling 7">
            <a:extLst>
              <a:ext uri="{FF2B5EF4-FFF2-40B4-BE49-F238E27FC236}">
                <a16:creationId xmlns:a16="http://schemas.microsoft.com/office/drawing/2014/main" id="{20975E08-F6A4-45B7-B095-422FB1456C18}"/>
              </a:ext>
            </a:extLst>
          </p:cNvPr>
          <p:cNvCxnSpPr/>
          <p:nvPr/>
        </p:nvCxnSpPr>
        <p:spPr>
          <a:xfrm flipV="1">
            <a:off x="4119791" y="4847371"/>
            <a:ext cx="610851" cy="3101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lips 8">
            <a:extLst>
              <a:ext uri="{FF2B5EF4-FFF2-40B4-BE49-F238E27FC236}">
                <a16:creationId xmlns:a16="http://schemas.microsoft.com/office/drawing/2014/main" id="{83A9B8FF-4A4F-44B4-BEFB-1571165D2F0C}"/>
              </a:ext>
            </a:extLst>
          </p:cNvPr>
          <p:cNvSpPr/>
          <p:nvPr/>
        </p:nvSpPr>
        <p:spPr>
          <a:xfrm>
            <a:off x="4773350" y="4827449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0" name="Rak pilkoppling 9">
            <a:extLst>
              <a:ext uri="{FF2B5EF4-FFF2-40B4-BE49-F238E27FC236}">
                <a16:creationId xmlns:a16="http://schemas.microsoft.com/office/drawing/2014/main" id="{CDD18FED-C2BA-4669-89EF-72D8340D4F84}"/>
              </a:ext>
            </a:extLst>
          </p:cNvPr>
          <p:cNvCxnSpPr/>
          <p:nvPr/>
        </p:nvCxnSpPr>
        <p:spPr>
          <a:xfrm flipV="1">
            <a:off x="2374559" y="4599937"/>
            <a:ext cx="191437" cy="18797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 10">
            <a:extLst>
              <a:ext uri="{FF2B5EF4-FFF2-40B4-BE49-F238E27FC236}">
                <a16:creationId xmlns:a16="http://schemas.microsoft.com/office/drawing/2014/main" id="{B33B9132-AA65-4A50-AFBF-4C983FE75903}"/>
              </a:ext>
            </a:extLst>
          </p:cNvPr>
          <p:cNvSpPr/>
          <p:nvPr/>
        </p:nvSpPr>
        <p:spPr>
          <a:xfrm>
            <a:off x="2579344" y="4526519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2" name="Ellips 11">
            <a:extLst>
              <a:ext uri="{FF2B5EF4-FFF2-40B4-BE49-F238E27FC236}">
                <a16:creationId xmlns:a16="http://schemas.microsoft.com/office/drawing/2014/main" id="{1F5923D3-3A92-4054-BE4D-519F8A4A3C13}"/>
              </a:ext>
            </a:extLst>
          </p:cNvPr>
          <p:cNvSpPr/>
          <p:nvPr/>
        </p:nvSpPr>
        <p:spPr>
          <a:xfrm>
            <a:off x="3738809" y="4533193"/>
            <a:ext cx="60070" cy="600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cxnSp>
        <p:nvCxnSpPr>
          <p:cNvPr id="13" name="Rak pilkoppling 12">
            <a:extLst>
              <a:ext uri="{FF2B5EF4-FFF2-40B4-BE49-F238E27FC236}">
                <a16:creationId xmlns:a16="http://schemas.microsoft.com/office/drawing/2014/main" id="{9398BB0F-8906-477C-89B1-C747FA422AAB}"/>
              </a:ext>
            </a:extLst>
          </p:cNvPr>
          <p:cNvCxnSpPr/>
          <p:nvPr/>
        </p:nvCxnSpPr>
        <p:spPr>
          <a:xfrm>
            <a:off x="2666114" y="4549880"/>
            <a:ext cx="1039325" cy="0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k pilkoppling 13">
            <a:extLst>
              <a:ext uri="{FF2B5EF4-FFF2-40B4-BE49-F238E27FC236}">
                <a16:creationId xmlns:a16="http://schemas.microsoft.com/office/drawing/2014/main" id="{1096719D-9DE7-4457-90B0-7FD9DAB22C5C}"/>
              </a:ext>
            </a:extLst>
          </p:cNvPr>
          <p:cNvCxnSpPr/>
          <p:nvPr/>
        </p:nvCxnSpPr>
        <p:spPr>
          <a:xfrm flipH="1" flipV="1">
            <a:off x="3805553" y="4611496"/>
            <a:ext cx="191437" cy="187972"/>
          </a:xfrm>
          <a:prstGeom prst="straightConnector1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upp 14">
            <a:extLst>
              <a:ext uri="{FF2B5EF4-FFF2-40B4-BE49-F238E27FC236}">
                <a16:creationId xmlns:a16="http://schemas.microsoft.com/office/drawing/2014/main" id="{5293F10E-913B-4475-A5A6-B9E55BE6E725}"/>
              </a:ext>
            </a:extLst>
          </p:cNvPr>
          <p:cNvGrpSpPr/>
          <p:nvPr/>
        </p:nvGrpSpPr>
        <p:grpSpPr>
          <a:xfrm>
            <a:off x="1674239" y="4607013"/>
            <a:ext cx="80542" cy="220436"/>
            <a:chOff x="1611163" y="3833956"/>
            <a:chExt cx="80542" cy="220436"/>
          </a:xfrm>
        </p:grpSpPr>
        <p:grpSp>
          <p:nvGrpSpPr>
            <p:cNvPr id="16" name="Grupp 15">
              <a:extLst>
                <a:ext uri="{FF2B5EF4-FFF2-40B4-BE49-F238E27FC236}">
                  <a16:creationId xmlns:a16="http://schemas.microsoft.com/office/drawing/2014/main" id="{5D7410DB-3DC0-4423-B85C-CC160E16B8B4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19" name="Ellips 18">
                <a:extLst>
                  <a:ext uri="{FF2B5EF4-FFF2-40B4-BE49-F238E27FC236}">
                    <a16:creationId xmlns:a16="http://schemas.microsoft.com/office/drawing/2014/main" id="{0EB8EF3D-3DBE-4F8C-AE25-BA4972956234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20" name="Rak koppling 19">
                <a:extLst>
                  <a:ext uri="{FF2B5EF4-FFF2-40B4-BE49-F238E27FC236}">
                    <a16:creationId xmlns:a16="http://schemas.microsoft.com/office/drawing/2014/main" id="{F2AF4729-1AE5-4D6B-8D1D-20A9F2CF009D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Ellips 16">
              <a:extLst>
                <a:ext uri="{FF2B5EF4-FFF2-40B4-BE49-F238E27FC236}">
                  <a16:creationId xmlns:a16="http://schemas.microsoft.com/office/drawing/2014/main" id="{984F5146-A14C-42E5-82C9-05DAC2BB0503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18" name="Ellips 17">
              <a:extLst>
                <a:ext uri="{FF2B5EF4-FFF2-40B4-BE49-F238E27FC236}">
                  <a16:creationId xmlns:a16="http://schemas.microsoft.com/office/drawing/2014/main" id="{512E8B6C-7BFA-4CF4-AEEC-3BB2BECC4D67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1" name="Grupp 20">
            <a:extLst>
              <a:ext uri="{FF2B5EF4-FFF2-40B4-BE49-F238E27FC236}">
                <a16:creationId xmlns:a16="http://schemas.microsoft.com/office/drawing/2014/main" id="{EB88FDB5-481D-4A62-B4E2-C0BFB605D832}"/>
              </a:ext>
            </a:extLst>
          </p:cNvPr>
          <p:cNvGrpSpPr/>
          <p:nvPr/>
        </p:nvGrpSpPr>
        <p:grpSpPr>
          <a:xfrm>
            <a:off x="3624897" y="4312757"/>
            <a:ext cx="80542" cy="220436"/>
            <a:chOff x="1611163" y="3833956"/>
            <a:chExt cx="80542" cy="220436"/>
          </a:xfrm>
        </p:grpSpPr>
        <p:grpSp>
          <p:nvGrpSpPr>
            <p:cNvPr id="22" name="Grupp 21">
              <a:extLst>
                <a:ext uri="{FF2B5EF4-FFF2-40B4-BE49-F238E27FC236}">
                  <a16:creationId xmlns:a16="http://schemas.microsoft.com/office/drawing/2014/main" id="{17B5D442-14A5-4429-99E7-063DF32C4F3B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25" name="Ellips 24">
                <a:extLst>
                  <a:ext uri="{FF2B5EF4-FFF2-40B4-BE49-F238E27FC236}">
                    <a16:creationId xmlns:a16="http://schemas.microsoft.com/office/drawing/2014/main" id="{3DED215A-1876-4098-9B59-A20B3039C081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26" name="Rak koppling 25">
                <a:extLst>
                  <a:ext uri="{FF2B5EF4-FFF2-40B4-BE49-F238E27FC236}">
                    <a16:creationId xmlns:a16="http://schemas.microsoft.com/office/drawing/2014/main" id="{DA4E9FE9-1772-4B4D-9A2C-197EF92758C7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Ellips 22">
              <a:extLst>
                <a:ext uri="{FF2B5EF4-FFF2-40B4-BE49-F238E27FC236}">
                  <a16:creationId xmlns:a16="http://schemas.microsoft.com/office/drawing/2014/main" id="{100050C5-320A-4C2C-B7C4-8161C25421D9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24" name="Ellips 23">
              <a:extLst>
                <a:ext uri="{FF2B5EF4-FFF2-40B4-BE49-F238E27FC236}">
                  <a16:creationId xmlns:a16="http://schemas.microsoft.com/office/drawing/2014/main" id="{9DD19AF4-72AF-4BC9-A55B-5F437E8B73B8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7" name="Grupp 26">
            <a:extLst>
              <a:ext uri="{FF2B5EF4-FFF2-40B4-BE49-F238E27FC236}">
                <a16:creationId xmlns:a16="http://schemas.microsoft.com/office/drawing/2014/main" id="{45A51B95-838D-43B8-9DC4-19F90DC37404}"/>
              </a:ext>
            </a:extLst>
          </p:cNvPr>
          <p:cNvGrpSpPr/>
          <p:nvPr/>
        </p:nvGrpSpPr>
        <p:grpSpPr>
          <a:xfrm>
            <a:off x="3625310" y="4611132"/>
            <a:ext cx="80542" cy="220436"/>
            <a:chOff x="1611163" y="3833956"/>
            <a:chExt cx="80542" cy="220436"/>
          </a:xfrm>
        </p:grpSpPr>
        <p:grpSp>
          <p:nvGrpSpPr>
            <p:cNvPr id="28" name="Grupp 27">
              <a:extLst>
                <a:ext uri="{FF2B5EF4-FFF2-40B4-BE49-F238E27FC236}">
                  <a16:creationId xmlns:a16="http://schemas.microsoft.com/office/drawing/2014/main" id="{D80C774C-9548-492A-864F-DCF9E9A81598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31" name="Ellips 30">
                <a:extLst>
                  <a:ext uri="{FF2B5EF4-FFF2-40B4-BE49-F238E27FC236}">
                    <a16:creationId xmlns:a16="http://schemas.microsoft.com/office/drawing/2014/main" id="{6837C4C4-6671-4D16-AAD3-0BEC9225F6B7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32" name="Rak koppling 31">
                <a:extLst>
                  <a:ext uri="{FF2B5EF4-FFF2-40B4-BE49-F238E27FC236}">
                    <a16:creationId xmlns:a16="http://schemas.microsoft.com/office/drawing/2014/main" id="{1BFB23AC-540C-499B-865C-903636DDAAE8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Ellips 28">
              <a:extLst>
                <a:ext uri="{FF2B5EF4-FFF2-40B4-BE49-F238E27FC236}">
                  <a16:creationId xmlns:a16="http://schemas.microsoft.com/office/drawing/2014/main" id="{231FF585-1E85-48A8-9096-8497F939A6E7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0" name="Ellips 29">
              <a:extLst>
                <a:ext uri="{FF2B5EF4-FFF2-40B4-BE49-F238E27FC236}">
                  <a16:creationId xmlns:a16="http://schemas.microsoft.com/office/drawing/2014/main" id="{441244FE-9676-4E17-B0B6-FD88C78E4ACD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33" name="Grupp 32">
            <a:extLst>
              <a:ext uri="{FF2B5EF4-FFF2-40B4-BE49-F238E27FC236}">
                <a16:creationId xmlns:a16="http://schemas.microsoft.com/office/drawing/2014/main" id="{7ECB276D-5CB3-482F-A7D3-F6EA9C6AE72A}"/>
              </a:ext>
            </a:extLst>
          </p:cNvPr>
          <p:cNvGrpSpPr/>
          <p:nvPr/>
        </p:nvGrpSpPr>
        <p:grpSpPr>
          <a:xfrm>
            <a:off x="4631183" y="4609031"/>
            <a:ext cx="80542" cy="220436"/>
            <a:chOff x="1611163" y="3833956"/>
            <a:chExt cx="80542" cy="220436"/>
          </a:xfrm>
        </p:grpSpPr>
        <p:grpSp>
          <p:nvGrpSpPr>
            <p:cNvPr id="34" name="Grupp 33">
              <a:extLst>
                <a:ext uri="{FF2B5EF4-FFF2-40B4-BE49-F238E27FC236}">
                  <a16:creationId xmlns:a16="http://schemas.microsoft.com/office/drawing/2014/main" id="{5F28C197-92E8-41C9-95CE-DA4B3C78EE7D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37" name="Ellips 36">
                <a:extLst>
                  <a:ext uri="{FF2B5EF4-FFF2-40B4-BE49-F238E27FC236}">
                    <a16:creationId xmlns:a16="http://schemas.microsoft.com/office/drawing/2014/main" id="{F1849705-9F58-4965-B458-CB214912AF29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38" name="Rak koppling 37">
                <a:extLst>
                  <a:ext uri="{FF2B5EF4-FFF2-40B4-BE49-F238E27FC236}">
                    <a16:creationId xmlns:a16="http://schemas.microsoft.com/office/drawing/2014/main" id="{D8369050-C924-4AA7-A8CA-26E007EBE0CE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Ellips 34">
              <a:extLst>
                <a:ext uri="{FF2B5EF4-FFF2-40B4-BE49-F238E27FC236}">
                  <a16:creationId xmlns:a16="http://schemas.microsoft.com/office/drawing/2014/main" id="{8AA7FD7E-4A5A-4EF7-B0CC-77BC65F097DD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6" name="Ellips 35">
              <a:extLst>
                <a:ext uri="{FF2B5EF4-FFF2-40B4-BE49-F238E27FC236}">
                  <a16:creationId xmlns:a16="http://schemas.microsoft.com/office/drawing/2014/main" id="{5A194057-B5DF-4770-A89F-DB96C279AF6D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39" name="textruta 38">
            <a:extLst>
              <a:ext uri="{FF2B5EF4-FFF2-40B4-BE49-F238E27FC236}">
                <a16:creationId xmlns:a16="http://schemas.microsoft.com/office/drawing/2014/main" id="{E1B11DB9-1161-4D5B-A5D2-1727F4BD959B}"/>
              </a:ext>
            </a:extLst>
          </p:cNvPr>
          <p:cNvSpPr txBox="1"/>
          <p:nvPr/>
        </p:nvSpPr>
        <p:spPr>
          <a:xfrm>
            <a:off x="3179635" y="4316319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#2</a:t>
            </a:r>
          </a:p>
        </p:txBody>
      </p:sp>
      <p:sp>
        <p:nvSpPr>
          <p:cNvPr id="40" name="textruta 39">
            <a:extLst>
              <a:ext uri="{FF2B5EF4-FFF2-40B4-BE49-F238E27FC236}">
                <a16:creationId xmlns:a16="http://schemas.microsoft.com/office/drawing/2014/main" id="{9F830561-11FB-4637-89C5-6A26921D0F78}"/>
              </a:ext>
            </a:extLst>
          </p:cNvPr>
          <p:cNvSpPr txBox="1"/>
          <p:nvPr/>
        </p:nvSpPr>
        <p:spPr>
          <a:xfrm>
            <a:off x="3164211" y="4592953"/>
            <a:ext cx="3658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400" dirty="0"/>
              <a:t>#1</a:t>
            </a:r>
          </a:p>
        </p:txBody>
      </p:sp>
      <p:grpSp>
        <p:nvGrpSpPr>
          <p:cNvPr id="41" name="Grupp 40">
            <a:extLst>
              <a:ext uri="{FF2B5EF4-FFF2-40B4-BE49-F238E27FC236}">
                <a16:creationId xmlns:a16="http://schemas.microsoft.com/office/drawing/2014/main" id="{7E957116-4E38-468D-9CB1-A98B70092BB6}"/>
              </a:ext>
            </a:extLst>
          </p:cNvPr>
          <p:cNvGrpSpPr/>
          <p:nvPr/>
        </p:nvGrpSpPr>
        <p:grpSpPr>
          <a:xfrm>
            <a:off x="2719969" y="4315856"/>
            <a:ext cx="80542" cy="220436"/>
            <a:chOff x="1611163" y="3833956"/>
            <a:chExt cx="80542" cy="220436"/>
          </a:xfrm>
        </p:grpSpPr>
        <p:grpSp>
          <p:nvGrpSpPr>
            <p:cNvPr id="42" name="Grupp 41">
              <a:extLst>
                <a:ext uri="{FF2B5EF4-FFF2-40B4-BE49-F238E27FC236}">
                  <a16:creationId xmlns:a16="http://schemas.microsoft.com/office/drawing/2014/main" id="{94863F24-43B9-4227-B428-ED97892921AE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45" name="Ellips 44">
                <a:extLst>
                  <a:ext uri="{FF2B5EF4-FFF2-40B4-BE49-F238E27FC236}">
                    <a16:creationId xmlns:a16="http://schemas.microsoft.com/office/drawing/2014/main" id="{B4A7049A-7455-4C73-B19B-0ED55F46180E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46" name="Rak koppling 45">
                <a:extLst>
                  <a:ext uri="{FF2B5EF4-FFF2-40B4-BE49-F238E27FC236}">
                    <a16:creationId xmlns:a16="http://schemas.microsoft.com/office/drawing/2014/main" id="{17461AAC-244A-4480-ABC4-9B7CC45BF515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Ellips 42">
              <a:extLst>
                <a:ext uri="{FF2B5EF4-FFF2-40B4-BE49-F238E27FC236}">
                  <a16:creationId xmlns:a16="http://schemas.microsoft.com/office/drawing/2014/main" id="{509B131E-4E6F-438C-AA49-7E1955ABBB10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44" name="Ellips 43">
              <a:extLst>
                <a:ext uri="{FF2B5EF4-FFF2-40B4-BE49-F238E27FC236}">
                  <a16:creationId xmlns:a16="http://schemas.microsoft.com/office/drawing/2014/main" id="{24A21435-ADF0-46DD-9B69-A7B3BA1E941D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47" name="Grupp 46">
            <a:extLst>
              <a:ext uri="{FF2B5EF4-FFF2-40B4-BE49-F238E27FC236}">
                <a16:creationId xmlns:a16="http://schemas.microsoft.com/office/drawing/2014/main" id="{91CDA2D2-788A-4F8F-916C-234E6F91B1E1}"/>
              </a:ext>
            </a:extLst>
          </p:cNvPr>
          <p:cNvGrpSpPr/>
          <p:nvPr/>
        </p:nvGrpSpPr>
        <p:grpSpPr>
          <a:xfrm>
            <a:off x="2720382" y="4614231"/>
            <a:ext cx="80542" cy="220436"/>
            <a:chOff x="1611163" y="3833956"/>
            <a:chExt cx="80542" cy="220436"/>
          </a:xfrm>
        </p:grpSpPr>
        <p:grpSp>
          <p:nvGrpSpPr>
            <p:cNvPr id="48" name="Grupp 47">
              <a:extLst>
                <a:ext uri="{FF2B5EF4-FFF2-40B4-BE49-F238E27FC236}">
                  <a16:creationId xmlns:a16="http://schemas.microsoft.com/office/drawing/2014/main" id="{770CFBD1-DCD6-4331-8FEF-83FF73AE67F6}"/>
                </a:ext>
              </a:extLst>
            </p:cNvPr>
            <p:cNvGrpSpPr/>
            <p:nvPr/>
          </p:nvGrpSpPr>
          <p:grpSpPr>
            <a:xfrm>
              <a:off x="1611163" y="3833956"/>
              <a:ext cx="80542" cy="220436"/>
              <a:chOff x="1548472" y="2598976"/>
              <a:chExt cx="80542" cy="220436"/>
            </a:xfrm>
          </p:grpSpPr>
          <p:sp>
            <p:nvSpPr>
              <p:cNvPr id="51" name="Ellips 50">
                <a:extLst>
                  <a:ext uri="{FF2B5EF4-FFF2-40B4-BE49-F238E27FC236}">
                    <a16:creationId xmlns:a16="http://schemas.microsoft.com/office/drawing/2014/main" id="{5E569292-D268-4B95-8EAD-94A509D1F99F}"/>
                  </a:ext>
                </a:extLst>
              </p:cNvPr>
              <p:cNvSpPr/>
              <p:nvPr/>
            </p:nvSpPr>
            <p:spPr>
              <a:xfrm flipV="1">
                <a:off x="1548472" y="2598976"/>
                <a:ext cx="80542" cy="137549"/>
              </a:xfrm>
              <a:prstGeom prst="ellipse">
                <a:avLst/>
              </a:prstGeom>
              <a:solidFill>
                <a:schemeClr val="bg2">
                  <a:lumMod val="90000"/>
                </a:schemeClr>
              </a:solidFill>
              <a:ln w="635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cxnSp>
            <p:nvCxnSpPr>
              <p:cNvPr id="52" name="Rak koppling 51">
                <a:extLst>
                  <a:ext uri="{FF2B5EF4-FFF2-40B4-BE49-F238E27FC236}">
                    <a16:creationId xmlns:a16="http://schemas.microsoft.com/office/drawing/2014/main" id="{315D2403-61D6-4C8A-A3E6-49AAD0F0FAB2}"/>
                  </a:ext>
                </a:extLst>
              </p:cNvPr>
              <p:cNvCxnSpPr/>
              <p:nvPr/>
            </p:nvCxnSpPr>
            <p:spPr>
              <a:xfrm>
                <a:off x="1591180" y="2736525"/>
                <a:ext cx="0" cy="82887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Ellips 48">
              <a:extLst>
                <a:ext uri="{FF2B5EF4-FFF2-40B4-BE49-F238E27FC236}">
                  <a16:creationId xmlns:a16="http://schemas.microsoft.com/office/drawing/2014/main" id="{3727371F-A3DD-43D8-844C-B435FF08F8CC}"/>
                </a:ext>
              </a:extLst>
            </p:cNvPr>
            <p:cNvSpPr/>
            <p:nvPr/>
          </p:nvSpPr>
          <p:spPr>
            <a:xfrm flipH="1">
              <a:off x="1628856" y="3864363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50" name="Ellips 49">
              <a:extLst>
                <a:ext uri="{FF2B5EF4-FFF2-40B4-BE49-F238E27FC236}">
                  <a16:creationId xmlns:a16="http://schemas.microsoft.com/office/drawing/2014/main" id="{436C7152-FF82-49FC-893F-96E0FF1E24D6}"/>
                </a:ext>
              </a:extLst>
            </p:cNvPr>
            <p:cNvSpPr/>
            <p:nvPr/>
          </p:nvSpPr>
          <p:spPr>
            <a:xfrm flipH="1">
              <a:off x="1627738" y="3909979"/>
              <a:ext cx="49500" cy="49063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53" name="textruta 52">
            <a:extLst>
              <a:ext uri="{FF2B5EF4-FFF2-40B4-BE49-F238E27FC236}">
                <a16:creationId xmlns:a16="http://schemas.microsoft.com/office/drawing/2014/main" id="{AF180693-4975-4F01-BA48-2E32B8497D53}"/>
              </a:ext>
            </a:extLst>
          </p:cNvPr>
          <p:cNvSpPr txBox="1"/>
          <p:nvPr/>
        </p:nvSpPr>
        <p:spPr>
          <a:xfrm>
            <a:off x="3080126" y="3612062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X</a:t>
            </a:r>
          </a:p>
        </p:txBody>
      </p:sp>
      <p:cxnSp>
        <p:nvCxnSpPr>
          <p:cNvPr id="54" name="Rak pilkoppling 53">
            <a:extLst>
              <a:ext uri="{FF2B5EF4-FFF2-40B4-BE49-F238E27FC236}">
                <a16:creationId xmlns:a16="http://schemas.microsoft.com/office/drawing/2014/main" id="{684A3650-A72A-46BD-8229-F3A4CB406C46}"/>
              </a:ext>
            </a:extLst>
          </p:cNvPr>
          <p:cNvCxnSpPr>
            <a:cxnSpLocks/>
          </p:cNvCxnSpPr>
          <p:nvPr/>
        </p:nvCxnSpPr>
        <p:spPr>
          <a:xfrm>
            <a:off x="3232572" y="3946358"/>
            <a:ext cx="5057" cy="1660358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052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ruta 223">
            <a:extLst>
              <a:ext uri="{FF2B5EF4-FFF2-40B4-BE49-F238E27FC236}">
                <a16:creationId xmlns:a16="http://schemas.microsoft.com/office/drawing/2014/main" id="{52BF5EB7-45BD-43D5-AC1D-1421D9FC7738}"/>
              </a:ext>
            </a:extLst>
          </p:cNvPr>
          <p:cNvSpPr txBox="1"/>
          <p:nvPr/>
        </p:nvSpPr>
        <p:spPr>
          <a:xfrm>
            <a:off x="1798231" y="890774"/>
            <a:ext cx="4297769" cy="56108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sv-SE" sz="1200" i="1" dirty="0"/>
              <a:t>Produktionsfönstret</a:t>
            </a:r>
          </a:p>
        </p:txBody>
      </p:sp>
      <p:sp>
        <p:nvSpPr>
          <p:cNvPr id="199" name="textruta 198">
            <a:extLst>
              <a:ext uri="{FF2B5EF4-FFF2-40B4-BE49-F238E27FC236}">
                <a16:creationId xmlns:a16="http://schemas.microsoft.com/office/drawing/2014/main" id="{28BA612E-3870-4170-94F3-2E151E3E1A3A}"/>
              </a:ext>
            </a:extLst>
          </p:cNvPr>
          <p:cNvSpPr txBox="1"/>
          <p:nvPr/>
        </p:nvSpPr>
        <p:spPr>
          <a:xfrm>
            <a:off x="6822743" y="1293796"/>
            <a:ext cx="413573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1 </a:t>
            </a:r>
            <a:r>
              <a:rPr lang="sv-SE" sz="1200" dirty="0" err="1"/>
              <a:t>HelInställt</a:t>
            </a:r>
            <a:endParaRPr lang="sv-SE" sz="1200" dirty="0"/>
          </a:p>
        </p:txBody>
      </p:sp>
      <p:sp>
        <p:nvSpPr>
          <p:cNvPr id="202" name="textruta 201">
            <a:extLst>
              <a:ext uri="{FF2B5EF4-FFF2-40B4-BE49-F238E27FC236}">
                <a16:creationId xmlns:a16="http://schemas.microsoft.com/office/drawing/2014/main" id="{AE2D3DCB-D5D4-4F4B-93E7-198FA7D3F5F0}"/>
              </a:ext>
            </a:extLst>
          </p:cNvPr>
          <p:cNvSpPr txBox="1"/>
          <p:nvPr/>
        </p:nvSpPr>
        <p:spPr>
          <a:xfrm>
            <a:off x="9550440" y="1989661"/>
            <a:ext cx="1410095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sv-SE" sz="1200" dirty="0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3590AC90-B4E5-4554-90FA-2331E3EFFCFA}"/>
              </a:ext>
            </a:extLst>
          </p:cNvPr>
          <p:cNvSpPr txBox="1"/>
          <p:nvPr/>
        </p:nvSpPr>
        <p:spPr>
          <a:xfrm>
            <a:off x="6760774" y="1570795"/>
            <a:ext cx="25426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helt inställd läses ej in i STEG</a:t>
            </a:r>
          </a:p>
        </p:txBody>
      </p:sp>
      <p:sp>
        <p:nvSpPr>
          <p:cNvPr id="237" name="textruta 236">
            <a:extLst>
              <a:ext uri="{FF2B5EF4-FFF2-40B4-BE49-F238E27FC236}">
                <a16:creationId xmlns:a16="http://schemas.microsoft.com/office/drawing/2014/main" id="{53076CB7-F7EB-44E9-9BA3-5317E945388F}"/>
              </a:ext>
            </a:extLst>
          </p:cNvPr>
          <p:cNvSpPr txBox="1"/>
          <p:nvPr/>
        </p:nvSpPr>
        <p:spPr>
          <a:xfrm>
            <a:off x="6822744" y="1989661"/>
            <a:ext cx="272769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2 </a:t>
            </a:r>
            <a:r>
              <a:rPr lang="sv-SE" sz="1200" dirty="0" err="1"/>
              <a:t>DelInställt</a:t>
            </a:r>
            <a:endParaRPr lang="sv-SE" sz="1200" dirty="0"/>
          </a:p>
        </p:txBody>
      </p:sp>
      <p:sp>
        <p:nvSpPr>
          <p:cNvPr id="238" name="textruta 237">
            <a:extLst>
              <a:ext uri="{FF2B5EF4-FFF2-40B4-BE49-F238E27FC236}">
                <a16:creationId xmlns:a16="http://schemas.microsoft.com/office/drawing/2014/main" id="{C329F443-8446-4539-804C-4C45C82A8F0B}"/>
              </a:ext>
            </a:extLst>
          </p:cNvPr>
          <p:cNvSpPr txBox="1"/>
          <p:nvPr/>
        </p:nvSpPr>
        <p:spPr>
          <a:xfrm>
            <a:off x="6760775" y="2303690"/>
            <a:ext cx="44470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delvis inställd läses inte inställda delar in, ej inställda delar läses in</a:t>
            </a:r>
          </a:p>
        </p:txBody>
      </p:sp>
      <p:sp>
        <p:nvSpPr>
          <p:cNvPr id="240" name="textruta 239">
            <a:extLst>
              <a:ext uri="{FF2B5EF4-FFF2-40B4-BE49-F238E27FC236}">
                <a16:creationId xmlns:a16="http://schemas.microsoft.com/office/drawing/2014/main" id="{E3B1EDFC-E3D2-4A38-A3DB-586FE6E65E9E}"/>
              </a:ext>
            </a:extLst>
          </p:cNvPr>
          <p:cNvSpPr txBox="1"/>
          <p:nvPr/>
        </p:nvSpPr>
        <p:spPr>
          <a:xfrm>
            <a:off x="6822508" y="2693471"/>
            <a:ext cx="413573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3 Ej Inställt</a:t>
            </a:r>
          </a:p>
        </p:txBody>
      </p:sp>
      <p:sp>
        <p:nvSpPr>
          <p:cNvPr id="241" name="textruta 240">
            <a:extLst>
              <a:ext uri="{FF2B5EF4-FFF2-40B4-BE49-F238E27FC236}">
                <a16:creationId xmlns:a16="http://schemas.microsoft.com/office/drawing/2014/main" id="{8E5F0A97-F2BB-4A2C-B63A-4C8FE47A3CA0}"/>
              </a:ext>
            </a:extLst>
          </p:cNvPr>
          <p:cNvSpPr txBox="1"/>
          <p:nvPr/>
        </p:nvSpPr>
        <p:spPr>
          <a:xfrm>
            <a:off x="6758635" y="3015251"/>
            <a:ext cx="30412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ej är inställd läses in som vanligt i STEG</a:t>
            </a:r>
          </a:p>
        </p:txBody>
      </p:sp>
      <p:sp>
        <p:nvSpPr>
          <p:cNvPr id="64" name="textruta 63">
            <a:extLst>
              <a:ext uri="{FF2B5EF4-FFF2-40B4-BE49-F238E27FC236}">
                <a16:creationId xmlns:a16="http://schemas.microsoft.com/office/drawing/2014/main" id="{E208D9C5-30B3-42B5-8502-EDBA4E886AD2}"/>
              </a:ext>
            </a:extLst>
          </p:cNvPr>
          <p:cNvSpPr txBox="1"/>
          <p:nvPr/>
        </p:nvSpPr>
        <p:spPr>
          <a:xfrm>
            <a:off x="4277907" y="176856"/>
            <a:ext cx="4843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Inläsning av tåg innan produktionsfönstret (dag 2)</a:t>
            </a:r>
          </a:p>
        </p:txBody>
      </p:sp>
      <p:sp>
        <p:nvSpPr>
          <p:cNvPr id="242" name="textruta 241">
            <a:extLst>
              <a:ext uri="{FF2B5EF4-FFF2-40B4-BE49-F238E27FC236}">
                <a16:creationId xmlns:a16="http://schemas.microsoft.com/office/drawing/2014/main" id="{C8939559-CC5B-4D88-8D64-F5DD93689A37}"/>
              </a:ext>
            </a:extLst>
          </p:cNvPr>
          <p:cNvSpPr txBox="1"/>
          <p:nvPr/>
        </p:nvSpPr>
        <p:spPr>
          <a:xfrm>
            <a:off x="6758870" y="739797"/>
            <a:ext cx="89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Nya tåg</a:t>
            </a:r>
          </a:p>
        </p:txBody>
      </p:sp>
      <p:sp>
        <p:nvSpPr>
          <p:cNvPr id="244" name="textruta 243">
            <a:extLst>
              <a:ext uri="{FF2B5EF4-FFF2-40B4-BE49-F238E27FC236}">
                <a16:creationId xmlns:a16="http://schemas.microsoft.com/office/drawing/2014/main" id="{4275D5D9-06FA-460E-B06F-A34EAEE6B1A1}"/>
              </a:ext>
            </a:extLst>
          </p:cNvPr>
          <p:cNvSpPr txBox="1"/>
          <p:nvPr/>
        </p:nvSpPr>
        <p:spPr>
          <a:xfrm>
            <a:off x="6837336" y="4169590"/>
            <a:ext cx="413573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10 </a:t>
            </a:r>
            <a:r>
              <a:rPr lang="sv-SE" sz="1200" dirty="0" err="1"/>
              <a:t>HelInställt</a:t>
            </a:r>
            <a:endParaRPr lang="sv-SE" sz="1200" dirty="0"/>
          </a:p>
        </p:txBody>
      </p:sp>
      <p:sp>
        <p:nvSpPr>
          <p:cNvPr id="245" name="textruta 244">
            <a:extLst>
              <a:ext uri="{FF2B5EF4-FFF2-40B4-BE49-F238E27FC236}">
                <a16:creationId xmlns:a16="http://schemas.microsoft.com/office/drawing/2014/main" id="{735C3F25-2D36-4841-B5EE-54EE1CCC291A}"/>
              </a:ext>
            </a:extLst>
          </p:cNvPr>
          <p:cNvSpPr txBox="1"/>
          <p:nvPr/>
        </p:nvSpPr>
        <p:spPr>
          <a:xfrm>
            <a:off x="9565032" y="4852951"/>
            <a:ext cx="1410095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sv-SE" sz="1200" dirty="0"/>
          </a:p>
        </p:txBody>
      </p:sp>
      <p:sp>
        <p:nvSpPr>
          <p:cNvPr id="246" name="textruta 245">
            <a:extLst>
              <a:ext uri="{FF2B5EF4-FFF2-40B4-BE49-F238E27FC236}">
                <a16:creationId xmlns:a16="http://schemas.microsoft.com/office/drawing/2014/main" id="{BDF18DF9-F9D8-41EF-BB30-AA0931C722D8}"/>
              </a:ext>
            </a:extLst>
          </p:cNvPr>
          <p:cNvSpPr txBox="1"/>
          <p:nvPr/>
        </p:nvSpPr>
        <p:spPr>
          <a:xfrm>
            <a:off x="6775367" y="4446589"/>
            <a:ext cx="45929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helt inställd, alla tidtabeller sätts till inställd och ursprungligt inställd</a:t>
            </a:r>
            <a:endParaRPr lang="sv-S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7" name="textruta 246">
            <a:extLst>
              <a:ext uri="{FF2B5EF4-FFF2-40B4-BE49-F238E27FC236}">
                <a16:creationId xmlns:a16="http://schemas.microsoft.com/office/drawing/2014/main" id="{7249AD99-9F81-4C47-A5FD-9A62B94CADD2}"/>
              </a:ext>
            </a:extLst>
          </p:cNvPr>
          <p:cNvSpPr txBox="1"/>
          <p:nvPr/>
        </p:nvSpPr>
        <p:spPr>
          <a:xfrm>
            <a:off x="6837336" y="4852951"/>
            <a:ext cx="272769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20 </a:t>
            </a:r>
            <a:r>
              <a:rPr lang="sv-SE" sz="1200" dirty="0" err="1"/>
              <a:t>DelInställt</a:t>
            </a:r>
            <a:endParaRPr lang="sv-SE" sz="1200" dirty="0"/>
          </a:p>
        </p:txBody>
      </p:sp>
      <p:sp>
        <p:nvSpPr>
          <p:cNvPr id="248" name="textruta 247">
            <a:extLst>
              <a:ext uri="{FF2B5EF4-FFF2-40B4-BE49-F238E27FC236}">
                <a16:creationId xmlns:a16="http://schemas.microsoft.com/office/drawing/2014/main" id="{1866AF5F-BA13-465A-ABD6-8133B8483E7E}"/>
              </a:ext>
            </a:extLst>
          </p:cNvPr>
          <p:cNvSpPr txBox="1"/>
          <p:nvPr/>
        </p:nvSpPr>
        <p:spPr>
          <a:xfrm>
            <a:off x="6775367" y="5166980"/>
            <a:ext cx="49135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delvis inställd, inställda sätts till inställd och ursprungligt inställdtidtabeller</a:t>
            </a:r>
            <a:endParaRPr lang="sv-S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9" name="textruta 248">
            <a:extLst>
              <a:ext uri="{FF2B5EF4-FFF2-40B4-BE49-F238E27FC236}">
                <a16:creationId xmlns:a16="http://schemas.microsoft.com/office/drawing/2014/main" id="{55CCECAF-A68B-446F-847B-2273262ECD13}"/>
              </a:ext>
            </a:extLst>
          </p:cNvPr>
          <p:cNvSpPr txBox="1"/>
          <p:nvPr/>
        </p:nvSpPr>
        <p:spPr>
          <a:xfrm>
            <a:off x="6837335" y="5536312"/>
            <a:ext cx="413573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30 Ej Inställt</a:t>
            </a:r>
          </a:p>
        </p:txBody>
      </p:sp>
      <p:sp>
        <p:nvSpPr>
          <p:cNvPr id="250" name="textruta 249">
            <a:extLst>
              <a:ext uri="{FF2B5EF4-FFF2-40B4-BE49-F238E27FC236}">
                <a16:creationId xmlns:a16="http://schemas.microsoft.com/office/drawing/2014/main" id="{D6DF48AB-36C6-4A0A-8E1E-618EB10E8D27}"/>
              </a:ext>
            </a:extLst>
          </p:cNvPr>
          <p:cNvSpPr txBox="1"/>
          <p:nvPr/>
        </p:nvSpPr>
        <p:spPr>
          <a:xfrm>
            <a:off x="6773462" y="5858092"/>
            <a:ext cx="32848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ej är inställd uppdateras som vanligt i STEG</a:t>
            </a:r>
          </a:p>
        </p:txBody>
      </p:sp>
      <p:sp>
        <p:nvSpPr>
          <p:cNvPr id="253" name="textruta 252">
            <a:extLst>
              <a:ext uri="{FF2B5EF4-FFF2-40B4-BE49-F238E27FC236}">
                <a16:creationId xmlns:a16="http://schemas.microsoft.com/office/drawing/2014/main" id="{A35D6F1A-56C7-4524-B0FA-4E3D0009C680}"/>
              </a:ext>
            </a:extLst>
          </p:cNvPr>
          <p:cNvSpPr txBox="1"/>
          <p:nvPr/>
        </p:nvSpPr>
        <p:spPr>
          <a:xfrm>
            <a:off x="6773462" y="3603087"/>
            <a:ext cx="323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Uppdatering av redan inlästa tåg</a:t>
            </a:r>
          </a:p>
        </p:txBody>
      </p:sp>
      <p:sp>
        <p:nvSpPr>
          <p:cNvPr id="268" name="Pil: höger 267">
            <a:extLst>
              <a:ext uri="{FF2B5EF4-FFF2-40B4-BE49-F238E27FC236}">
                <a16:creationId xmlns:a16="http://schemas.microsoft.com/office/drawing/2014/main" id="{585ECD5E-3825-42EF-858C-A2A25826FB5B}"/>
              </a:ext>
            </a:extLst>
          </p:cNvPr>
          <p:cNvSpPr/>
          <p:nvPr/>
        </p:nvSpPr>
        <p:spPr>
          <a:xfrm>
            <a:off x="356347" y="6289656"/>
            <a:ext cx="11392281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2518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ruta 223">
            <a:extLst>
              <a:ext uri="{FF2B5EF4-FFF2-40B4-BE49-F238E27FC236}">
                <a16:creationId xmlns:a16="http://schemas.microsoft.com/office/drawing/2014/main" id="{52BF5EB7-45BD-43D5-AC1D-1421D9FC7738}"/>
              </a:ext>
            </a:extLst>
          </p:cNvPr>
          <p:cNvSpPr txBox="1"/>
          <p:nvPr/>
        </p:nvSpPr>
        <p:spPr>
          <a:xfrm>
            <a:off x="1798231" y="890774"/>
            <a:ext cx="4297769" cy="56108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sv-SE" sz="1200" i="1" dirty="0"/>
              <a:t>Produktionsfönstret</a:t>
            </a:r>
          </a:p>
        </p:txBody>
      </p:sp>
      <p:sp>
        <p:nvSpPr>
          <p:cNvPr id="199" name="textruta 198">
            <a:extLst>
              <a:ext uri="{FF2B5EF4-FFF2-40B4-BE49-F238E27FC236}">
                <a16:creationId xmlns:a16="http://schemas.microsoft.com/office/drawing/2014/main" id="{28BA612E-3870-4170-94F3-2E151E3E1A3A}"/>
              </a:ext>
            </a:extLst>
          </p:cNvPr>
          <p:cNvSpPr txBox="1"/>
          <p:nvPr/>
        </p:nvSpPr>
        <p:spPr>
          <a:xfrm>
            <a:off x="3652422" y="1293796"/>
            <a:ext cx="413573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1 </a:t>
            </a:r>
            <a:r>
              <a:rPr lang="sv-SE" sz="1200" dirty="0" err="1"/>
              <a:t>HelInställt</a:t>
            </a:r>
            <a:endParaRPr lang="sv-SE" sz="1200" dirty="0"/>
          </a:p>
        </p:txBody>
      </p:sp>
      <p:sp>
        <p:nvSpPr>
          <p:cNvPr id="202" name="textruta 201">
            <a:extLst>
              <a:ext uri="{FF2B5EF4-FFF2-40B4-BE49-F238E27FC236}">
                <a16:creationId xmlns:a16="http://schemas.microsoft.com/office/drawing/2014/main" id="{AE2D3DCB-D5D4-4F4B-93E7-198FA7D3F5F0}"/>
              </a:ext>
            </a:extLst>
          </p:cNvPr>
          <p:cNvSpPr txBox="1"/>
          <p:nvPr/>
        </p:nvSpPr>
        <p:spPr>
          <a:xfrm>
            <a:off x="6380119" y="1989661"/>
            <a:ext cx="1410095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sv-SE" sz="1200" dirty="0"/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3590AC90-B4E5-4554-90FA-2331E3EFFCFA}"/>
              </a:ext>
            </a:extLst>
          </p:cNvPr>
          <p:cNvSpPr txBox="1"/>
          <p:nvPr/>
        </p:nvSpPr>
        <p:spPr>
          <a:xfrm>
            <a:off x="3590453" y="1570795"/>
            <a:ext cx="45897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helt inställd läses in som inställd och ursprungligt inställd (kvitteras?)</a:t>
            </a:r>
          </a:p>
        </p:txBody>
      </p:sp>
      <p:sp>
        <p:nvSpPr>
          <p:cNvPr id="237" name="textruta 236">
            <a:extLst>
              <a:ext uri="{FF2B5EF4-FFF2-40B4-BE49-F238E27FC236}">
                <a16:creationId xmlns:a16="http://schemas.microsoft.com/office/drawing/2014/main" id="{53076CB7-F7EB-44E9-9BA3-5317E945388F}"/>
              </a:ext>
            </a:extLst>
          </p:cNvPr>
          <p:cNvSpPr txBox="1"/>
          <p:nvPr/>
        </p:nvSpPr>
        <p:spPr>
          <a:xfrm>
            <a:off x="3652423" y="1989661"/>
            <a:ext cx="272769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2 </a:t>
            </a:r>
            <a:r>
              <a:rPr lang="sv-SE" sz="1200" dirty="0" err="1"/>
              <a:t>DelInställt</a:t>
            </a:r>
            <a:endParaRPr lang="sv-SE" sz="1200" dirty="0"/>
          </a:p>
        </p:txBody>
      </p:sp>
      <p:sp>
        <p:nvSpPr>
          <p:cNvPr id="238" name="textruta 237">
            <a:extLst>
              <a:ext uri="{FF2B5EF4-FFF2-40B4-BE49-F238E27FC236}">
                <a16:creationId xmlns:a16="http://schemas.microsoft.com/office/drawing/2014/main" id="{C329F443-8446-4539-804C-4C45C82A8F0B}"/>
              </a:ext>
            </a:extLst>
          </p:cNvPr>
          <p:cNvSpPr txBox="1"/>
          <p:nvPr/>
        </p:nvSpPr>
        <p:spPr>
          <a:xfrm>
            <a:off x="3590454" y="2303690"/>
            <a:ext cx="55034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delvis inställd läses inställda delar in som inställda och ursprungligt inställd (kvitteras?)</a:t>
            </a:r>
          </a:p>
        </p:txBody>
      </p:sp>
      <p:sp>
        <p:nvSpPr>
          <p:cNvPr id="240" name="textruta 239">
            <a:extLst>
              <a:ext uri="{FF2B5EF4-FFF2-40B4-BE49-F238E27FC236}">
                <a16:creationId xmlns:a16="http://schemas.microsoft.com/office/drawing/2014/main" id="{E3B1EDFC-E3D2-4A38-A3DB-586FE6E65E9E}"/>
              </a:ext>
            </a:extLst>
          </p:cNvPr>
          <p:cNvSpPr txBox="1"/>
          <p:nvPr/>
        </p:nvSpPr>
        <p:spPr>
          <a:xfrm>
            <a:off x="3652187" y="2693471"/>
            <a:ext cx="413573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3 Ej Inställt</a:t>
            </a:r>
          </a:p>
        </p:txBody>
      </p:sp>
      <p:sp>
        <p:nvSpPr>
          <p:cNvPr id="241" name="textruta 240">
            <a:extLst>
              <a:ext uri="{FF2B5EF4-FFF2-40B4-BE49-F238E27FC236}">
                <a16:creationId xmlns:a16="http://schemas.microsoft.com/office/drawing/2014/main" id="{8E5F0A97-F2BB-4A2C-B63A-4C8FE47A3CA0}"/>
              </a:ext>
            </a:extLst>
          </p:cNvPr>
          <p:cNvSpPr txBox="1"/>
          <p:nvPr/>
        </p:nvSpPr>
        <p:spPr>
          <a:xfrm>
            <a:off x="3588314" y="3015251"/>
            <a:ext cx="30412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ej är inställd läses in som vanligt i STEG</a:t>
            </a:r>
          </a:p>
        </p:txBody>
      </p:sp>
      <p:sp>
        <p:nvSpPr>
          <p:cNvPr id="64" name="textruta 63">
            <a:extLst>
              <a:ext uri="{FF2B5EF4-FFF2-40B4-BE49-F238E27FC236}">
                <a16:creationId xmlns:a16="http://schemas.microsoft.com/office/drawing/2014/main" id="{E208D9C5-30B3-42B5-8502-EDBA4E886AD2}"/>
              </a:ext>
            </a:extLst>
          </p:cNvPr>
          <p:cNvSpPr txBox="1"/>
          <p:nvPr/>
        </p:nvSpPr>
        <p:spPr>
          <a:xfrm>
            <a:off x="4277907" y="176856"/>
            <a:ext cx="4795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Inläsning av tåg inom produktionsfönstret (dag 1)</a:t>
            </a:r>
          </a:p>
        </p:txBody>
      </p:sp>
      <p:sp>
        <p:nvSpPr>
          <p:cNvPr id="242" name="textruta 241">
            <a:extLst>
              <a:ext uri="{FF2B5EF4-FFF2-40B4-BE49-F238E27FC236}">
                <a16:creationId xmlns:a16="http://schemas.microsoft.com/office/drawing/2014/main" id="{C8939559-CC5B-4D88-8D64-F5DD93689A37}"/>
              </a:ext>
            </a:extLst>
          </p:cNvPr>
          <p:cNvSpPr txBox="1"/>
          <p:nvPr/>
        </p:nvSpPr>
        <p:spPr>
          <a:xfrm>
            <a:off x="3588549" y="739797"/>
            <a:ext cx="89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Nya tåg</a:t>
            </a:r>
          </a:p>
        </p:txBody>
      </p:sp>
      <p:sp>
        <p:nvSpPr>
          <p:cNvPr id="244" name="textruta 243">
            <a:extLst>
              <a:ext uri="{FF2B5EF4-FFF2-40B4-BE49-F238E27FC236}">
                <a16:creationId xmlns:a16="http://schemas.microsoft.com/office/drawing/2014/main" id="{4275D5D9-06FA-460E-B06F-A34EAEE6B1A1}"/>
              </a:ext>
            </a:extLst>
          </p:cNvPr>
          <p:cNvSpPr txBox="1"/>
          <p:nvPr/>
        </p:nvSpPr>
        <p:spPr>
          <a:xfrm>
            <a:off x="6837336" y="4169590"/>
            <a:ext cx="413573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10 </a:t>
            </a:r>
            <a:r>
              <a:rPr lang="sv-SE" sz="1200" dirty="0" err="1"/>
              <a:t>HelInställt</a:t>
            </a:r>
            <a:endParaRPr lang="sv-SE" sz="1200" dirty="0"/>
          </a:p>
        </p:txBody>
      </p:sp>
      <p:sp>
        <p:nvSpPr>
          <p:cNvPr id="245" name="textruta 244">
            <a:extLst>
              <a:ext uri="{FF2B5EF4-FFF2-40B4-BE49-F238E27FC236}">
                <a16:creationId xmlns:a16="http://schemas.microsoft.com/office/drawing/2014/main" id="{735C3F25-2D36-4841-B5EE-54EE1CCC291A}"/>
              </a:ext>
            </a:extLst>
          </p:cNvPr>
          <p:cNvSpPr txBox="1"/>
          <p:nvPr/>
        </p:nvSpPr>
        <p:spPr>
          <a:xfrm>
            <a:off x="9565032" y="4852951"/>
            <a:ext cx="1410095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sv-SE" sz="1200" dirty="0"/>
          </a:p>
        </p:txBody>
      </p:sp>
      <p:sp>
        <p:nvSpPr>
          <p:cNvPr id="246" name="textruta 245">
            <a:extLst>
              <a:ext uri="{FF2B5EF4-FFF2-40B4-BE49-F238E27FC236}">
                <a16:creationId xmlns:a16="http://schemas.microsoft.com/office/drawing/2014/main" id="{BDF18DF9-F9D8-41EF-BB30-AA0931C722D8}"/>
              </a:ext>
            </a:extLst>
          </p:cNvPr>
          <p:cNvSpPr txBox="1"/>
          <p:nvPr/>
        </p:nvSpPr>
        <p:spPr>
          <a:xfrm>
            <a:off x="6775367" y="4446589"/>
            <a:ext cx="45929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helt inställd, alla tidtabeller sätts till inställd och ursprungligt inställd</a:t>
            </a:r>
            <a:endParaRPr lang="sv-S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7" name="textruta 246">
            <a:extLst>
              <a:ext uri="{FF2B5EF4-FFF2-40B4-BE49-F238E27FC236}">
                <a16:creationId xmlns:a16="http://schemas.microsoft.com/office/drawing/2014/main" id="{7249AD99-9F81-4C47-A5FD-9A62B94CADD2}"/>
              </a:ext>
            </a:extLst>
          </p:cNvPr>
          <p:cNvSpPr txBox="1"/>
          <p:nvPr/>
        </p:nvSpPr>
        <p:spPr>
          <a:xfrm>
            <a:off x="6837336" y="4852951"/>
            <a:ext cx="272769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20 </a:t>
            </a:r>
            <a:r>
              <a:rPr lang="sv-SE" sz="1200" dirty="0" err="1"/>
              <a:t>DelInställt</a:t>
            </a:r>
            <a:endParaRPr lang="sv-SE" sz="1200" dirty="0"/>
          </a:p>
        </p:txBody>
      </p:sp>
      <p:sp>
        <p:nvSpPr>
          <p:cNvPr id="248" name="textruta 247">
            <a:extLst>
              <a:ext uri="{FF2B5EF4-FFF2-40B4-BE49-F238E27FC236}">
                <a16:creationId xmlns:a16="http://schemas.microsoft.com/office/drawing/2014/main" id="{1866AF5F-BA13-465A-ABD6-8133B8483E7E}"/>
              </a:ext>
            </a:extLst>
          </p:cNvPr>
          <p:cNvSpPr txBox="1"/>
          <p:nvPr/>
        </p:nvSpPr>
        <p:spPr>
          <a:xfrm>
            <a:off x="6775367" y="5166980"/>
            <a:ext cx="49135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delvis inställd, inställda sätts till inställd och ursprungligt inställdtidtabeller</a:t>
            </a:r>
            <a:endParaRPr lang="sv-S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9" name="textruta 248">
            <a:extLst>
              <a:ext uri="{FF2B5EF4-FFF2-40B4-BE49-F238E27FC236}">
                <a16:creationId xmlns:a16="http://schemas.microsoft.com/office/drawing/2014/main" id="{55CCECAF-A68B-446F-847B-2273262ECD13}"/>
              </a:ext>
            </a:extLst>
          </p:cNvPr>
          <p:cNvSpPr txBox="1"/>
          <p:nvPr/>
        </p:nvSpPr>
        <p:spPr>
          <a:xfrm>
            <a:off x="6837335" y="5536312"/>
            <a:ext cx="413573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30 Ej Inställt</a:t>
            </a:r>
          </a:p>
        </p:txBody>
      </p:sp>
      <p:sp>
        <p:nvSpPr>
          <p:cNvPr id="250" name="textruta 249">
            <a:extLst>
              <a:ext uri="{FF2B5EF4-FFF2-40B4-BE49-F238E27FC236}">
                <a16:creationId xmlns:a16="http://schemas.microsoft.com/office/drawing/2014/main" id="{D6DF48AB-36C6-4A0A-8E1E-618EB10E8D27}"/>
              </a:ext>
            </a:extLst>
          </p:cNvPr>
          <p:cNvSpPr txBox="1"/>
          <p:nvPr/>
        </p:nvSpPr>
        <p:spPr>
          <a:xfrm>
            <a:off x="6773462" y="5858092"/>
            <a:ext cx="32848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ej är inställd uppdateras som vanligt i STEG</a:t>
            </a:r>
          </a:p>
        </p:txBody>
      </p:sp>
      <p:sp>
        <p:nvSpPr>
          <p:cNvPr id="253" name="textruta 252">
            <a:extLst>
              <a:ext uri="{FF2B5EF4-FFF2-40B4-BE49-F238E27FC236}">
                <a16:creationId xmlns:a16="http://schemas.microsoft.com/office/drawing/2014/main" id="{A35D6F1A-56C7-4524-B0FA-4E3D0009C680}"/>
              </a:ext>
            </a:extLst>
          </p:cNvPr>
          <p:cNvSpPr txBox="1"/>
          <p:nvPr/>
        </p:nvSpPr>
        <p:spPr>
          <a:xfrm>
            <a:off x="6773462" y="3603087"/>
            <a:ext cx="323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Uppdatering av redan inlästa tåg</a:t>
            </a:r>
          </a:p>
        </p:txBody>
      </p:sp>
      <p:sp>
        <p:nvSpPr>
          <p:cNvPr id="268" name="Pil: höger 267">
            <a:extLst>
              <a:ext uri="{FF2B5EF4-FFF2-40B4-BE49-F238E27FC236}">
                <a16:creationId xmlns:a16="http://schemas.microsoft.com/office/drawing/2014/main" id="{585ECD5E-3825-42EF-858C-A2A25826FB5B}"/>
              </a:ext>
            </a:extLst>
          </p:cNvPr>
          <p:cNvSpPr/>
          <p:nvPr/>
        </p:nvSpPr>
        <p:spPr>
          <a:xfrm>
            <a:off x="356347" y="6289656"/>
            <a:ext cx="11392281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98053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ruta 223">
            <a:extLst>
              <a:ext uri="{FF2B5EF4-FFF2-40B4-BE49-F238E27FC236}">
                <a16:creationId xmlns:a16="http://schemas.microsoft.com/office/drawing/2014/main" id="{52BF5EB7-45BD-43D5-AC1D-1421D9FC7738}"/>
              </a:ext>
            </a:extLst>
          </p:cNvPr>
          <p:cNvSpPr txBox="1"/>
          <p:nvPr/>
        </p:nvSpPr>
        <p:spPr>
          <a:xfrm>
            <a:off x="1798231" y="890774"/>
            <a:ext cx="4297769" cy="561084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sv-SE" sz="1200" i="1" dirty="0"/>
              <a:t>Produktionsfönstret</a:t>
            </a:r>
          </a:p>
        </p:txBody>
      </p:sp>
      <p:sp>
        <p:nvSpPr>
          <p:cNvPr id="64" name="textruta 63">
            <a:extLst>
              <a:ext uri="{FF2B5EF4-FFF2-40B4-BE49-F238E27FC236}">
                <a16:creationId xmlns:a16="http://schemas.microsoft.com/office/drawing/2014/main" id="{E208D9C5-30B3-42B5-8502-EDBA4E886AD2}"/>
              </a:ext>
            </a:extLst>
          </p:cNvPr>
          <p:cNvSpPr txBox="1"/>
          <p:nvPr/>
        </p:nvSpPr>
        <p:spPr>
          <a:xfrm>
            <a:off x="4277907" y="176856"/>
            <a:ext cx="4367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Inställelse av tåg relativt produktionsfönstret</a:t>
            </a:r>
          </a:p>
        </p:txBody>
      </p:sp>
      <p:sp>
        <p:nvSpPr>
          <p:cNvPr id="244" name="textruta 243">
            <a:extLst>
              <a:ext uri="{FF2B5EF4-FFF2-40B4-BE49-F238E27FC236}">
                <a16:creationId xmlns:a16="http://schemas.microsoft.com/office/drawing/2014/main" id="{4275D5D9-06FA-460E-B06F-A34EAEE6B1A1}"/>
              </a:ext>
            </a:extLst>
          </p:cNvPr>
          <p:cNvSpPr txBox="1"/>
          <p:nvPr/>
        </p:nvSpPr>
        <p:spPr>
          <a:xfrm>
            <a:off x="3939495" y="1742396"/>
            <a:ext cx="4135739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40 </a:t>
            </a:r>
            <a:r>
              <a:rPr lang="sv-SE" sz="1200" dirty="0" err="1"/>
              <a:t>HelInställt</a:t>
            </a:r>
            <a:endParaRPr lang="sv-SE" sz="1200" dirty="0"/>
          </a:p>
        </p:txBody>
      </p:sp>
      <p:sp>
        <p:nvSpPr>
          <p:cNvPr id="245" name="textruta 244">
            <a:extLst>
              <a:ext uri="{FF2B5EF4-FFF2-40B4-BE49-F238E27FC236}">
                <a16:creationId xmlns:a16="http://schemas.microsoft.com/office/drawing/2014/main" id="{735C3F25-2D36-4841-B5EE-54EE1CCC291A}"/>
              </a:ext>
            </a:extLst>
          </p:cNvPr>
          <p:cNvSpPr txBox="1"/>
          <p:nvPr/>
        </p:nvSpPr>
        <p:spPr>
          <a:xfrm>
            <a:off x="6667191" y="2425757"/>
            <a:ext cx="1410095" cy="276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sv-SE" sz="1200" dirty="0"/>
          </a:p>
        </p:txBody>
      </p:sp>
      <p:sp>
        <p:nvSpPr>
          <p:cNvPr id="246" name="textruta 245">
            <a:extLst>
              <a:ext uri="{FF2B5EF4-FFF2-40B4-BE49-F238E27FC236}">
                <a16:creationId xmlns:a16="http://schemas.microsoft.com/office/drawing/2014/main" id="{BDF18DF9-F9D8-41EF-BB30-AA0931C722D8}"/>
              </a:ext>
            </a:extLst>
          </p:cNvPr>
          <p:cNvSpPr txBox="1"/>
          <p:nvPr/>
        </p:nvSpPr>
        <p:spPr>
          <a:xfrm>
            <a:off x="3877526" y="2019395"/>
            <a:ext cx="67649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helt inställd, alla tidtabeller sätts till inställd men har behåller ursprungligt inställt som falskt =&gt; Tåget Kvitteras</a:t>
            </a:r>
            <a:endParaRPr lang="sv-S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7" name="textruta 246">
            <a:extLst>
              <a:ext uri="{FF2B5EF4-FFF2-40B4-BE49-F238E27FC236}">
                <a16:creationId xmlns:a16="http://schemas.microsoft.com/office/drawing/2014/main" id="{7249AD99-9F81-4C47-A5FD-9A62B94CADD2}"/>
              </a:ext>
            </a:extLst>
          </p:cNvPr>
          <p:cNvSpPr txBox="1"/>
          <p:nvPr/>
        </p:nvSpPr>
        <p:spPr>
          <a:xfrm>
            <a:off x="3939495" y="2425757"/>
            <a:ext cx="2727696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50 </a:t>
            </a:r>
            <a:r>
              <a:rPr lang="sv-SE" sz="1200" dirty="0" err="1"/>
              <a:t>DelInställt</a:t>
            </a:r>
            <a:endParaRPr lang="sv-SE" sz="1200" dirty="0"/>
          </a:p>
        </p:txBody>
      </p:sp>
      <p:sp>
        <p:nvSpPr>
          <p:cNvPr id="253" name="textruta 252">
            <a:extLst>
              <a:ext uri="{FF2B5EF4-FFF2-40B4-BE49-F238E27FC236}">
                <a16:creationId xmlns:a16="http://schemas.microsoft.com/office/drawing/2014/main" id="{A35D6F1A-56C7-4524-B0FA-4E3D0009C680}"/>
              </a:ext>
            </a:extLst>
          </p:cNvPr>
          <p:cNvSpPr txBox="1"/>
          <p:nvPr/>
        </p:nvSpPr>
        <p:spPr>
          <a:xfrm>
            <a:off x="3875621" y="1175893"/>
            <a:ext cx="614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Uppdatering av befintligt tåg som är aktiva i produktionsfönstret</a:t>
            </a:r>
          </a:p>
        </p:txBody>
      </p:sp>
      <p:sp>
        <p:nvSpPr>
          <p:cNvPr id="268" name="Pil: höger 267">
            <a:extLst>
              <a:ext uri="{FF2B5EF4-FFF2-40B4-BE49-F238E27FC236}">
                <a16:creationId xmlns:a16="http://schemas.microsoft.com/office/drawing/2014/main" id="{585ECD5E-3825-42EF-858C-A2A25826FB5B}"/>
              </a:ext>
            </a:extLst>
          </p:cNvPr>
          <p:cNvSpPr/>
          <p:nvPr/>
        </p:nvSpPr>
        <p:spPr>
          <a:xfrm>
            <a:off x="356347" y="6289656"/>
            <a:ext cx="11392281" cy="484632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1" name="textruta 20">
            <a:extLst>
              <a:ext uri="{FF2B5EF4-FFF2-40B4-BE49-F238E27FC236}">
                <a16:creationId xmlns:a16="http://schemas.microsoft.com/office/drawing/2014/main" id="{65180D2B-C1DD-4D7B-9166-7119065AA442}"/>
              </a:ext>
            </a:extLst>
          </p:cNvPr>
          <p:cNvSpPr txBox="1"/>
          <p:nvPr/>
        </p:nvSpPr>
        <p:spPr>
          <a:xfrm>
            <a:off x="3875621" y="2702756"/>
            <a:ext cx="70823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är delvis inställd, inställda tidtabeller sätts till inställd men har behåller ursprungligt inställt som falskt =&gt; Tåget Kvitteras</a:t>
            </a:r>
            <a:endParaRPr lang="sv-S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textruta 21">
            <a:extLst>
              <a:ext uri="{FF2B5EF4-FFF2-40B4-BE49-F238E27FC236}">
                <a16:creationId xmlns:a16="http://schemas.microsoft.com/office/drawing/2014/main" id="{44E77897-A67F-40F8-99C6-701A47355B2D}"/>
              </a:ext>
            </a:extLst>
          </p:cNvPr>
          <p:cNvSpPr txBox="1"/>
          <p:nvPr/>
        </p:nvSpPr>
        <p:spPr>
          <a:xfrm>
            <a:off x="3947115" y="3109118"/>
            <a:ext cx="4135739" cy="2769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200" dirty="0"/>
              <a:t>Tågläge 60 Ej Inställt</a:t>
            </a:r>
          </a:p>
        </p:txBody>
      </p:sp>
      <p:sp>
        <p:nvSpPr>
          <p:cNvPr id="23" name="textruta 22">
            <a:extLst>
              <a:ext uri="{FF2B5EF4-FFF2-40B4-BE49-F238E27FC236}">
                <a16:creationId xmlns:a16="http://schemas.microsoft.com/office/drawing/2014/main" id="{1FA1D4A5-21D8-459A-ABA9-A278143FB523}"/>
              </a:ext>
            </a:extLst>
          </p:cNvPr>
          <p:cNvSpPr txBox="1"/>
          <p:nvPr/>
        </p:nvSpPr>
        <p:spPr>
          <a:xfrm>
            <a:off x="3875621" y="3456505"/>
            <a:ext cx="30973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Färdplan som ej är inställd, slår </a:t>
            </a:r>
            <a:r>
              <a:rPr lang="sv-SE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omplaneringen</a:t>
            </a:r>
            <a:r>
              <a:rPr lang="sv-SE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igenom?</a:t>
            </a:r>
            <a:endParaRPr lang="sv-SE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693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11084</TotalTime>
  <Words>590</Words>
  <Application>Microsoft Office PowerPoint</Application>
  <PresentationFormat>Bredbild</PresentationFormat>
  <Paragraphs>140</Paragraphs>
  <Slides>7</Slides>
  <Notes>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4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Segoe UI VSS (Regular)</vt:lpstr>
      <vt:lpstr>Office-tema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Tyllsmark Andreas, IKTjv</dc:creator>
  <cp:lastModifiedBy>Tyllsmark Andreas, IKTjv</cp:lastModifiedBy>
  <cp:revision>23</cp:revision>
  <dcterms:created xsi:type="dcterms:W3CDTF">2023-09-19T14:31:05Z</dcterms:created>
  <dcterms:modified xsi:type="dcterms:W3CDTF">2024-05-17T07:33:39Z</dcterms:modified>
</cp:coreProperties>
</file>